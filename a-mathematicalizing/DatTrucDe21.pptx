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3" r:id="rId2"/>
    <p:sldId id="315" r:id="rId3"/>
    <p:sldId id="314" r:id="rId4"/>
    <p:sldId id="316" r:id="rId5"/>
    <p:sldId id="317" r:id="rId6"/>
    <p:sldId id="318" r:id="rId7"/>
    <p:sldId id="31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ân Dương" initials="TD" lastIdx="1" clrIdx="0">
    <p:extLst>
      <p:ext uri="{19B8F6BF-5375-455C-9EA6-DF929625EA0E}">
        <p15:presenceInfo xmlns:p15="http://schemas.microsoft.com/office/powerpoint/2012/main" userId="Tân Dươ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FF3300"/>
    <a:srgbClr val="78E5F4"/>
    <a:srgbClr val="4F89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42" autoAdjust="0"/>
    <p:restoredTop sz="95256" autoAdjust="0"/>
  </p:normalViewPr>
  <p:slideViewPr>
    <p:cSldViewPr snapToGrid="0">
      <p:cViewPr varScale="1">
        <p:scale>
          <a:sx n="50" d="100"/>
          <a:sy n="50" d="100"/>
        </p:scale>
        <p:origin x="72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8BF15-7C0C-4CEB-AB6B-5D1730134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2896A6-0591-4924-8888-BE0393D4B6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79B91-D5BB-494B-98E6-2C53D4652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730C-5880-465F-9435-9164F1B7AFDF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AE979-4E89-45AE-89F9-7D0396CED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69288-BE99-4485-B02F-6ACB1A878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9AC97-FFF9-4681-AAD5-1B768C0BE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215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76C9-37BE-4EBD-AB77-B627423A0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E3042-A15D-411D-AD1C-FB31EEE93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69678-9569-4EEA-B069-AA460E045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730C-5880-465F-9435-9164F1B7AFDF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B8363-F411-4540-BA19-217B9CD89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D4EE6-FC24-4AB9-A34B-D22738DEF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9AC97-FFF9-4681-AAD5-1B768C0BE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62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860C7-8E67-4A56-8BB4-9453D7C9B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A3E9A5-5E5F-4671-8D66-E57874FB8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43219-A7BE-4757-8743-651429DB7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730C-5880-465F-9435-9164F1B7AFDF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2A32D-5FA7-4C03-B1D0-E24BD22C2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CE015-2662-4BD6-82A1-D4955C306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9AC97-FFF9-4681-AAD5-1B768C0BE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985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200EA-5AF0-46DC-AC50-41FFB8704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9E48D-A025-4DA9-8057-F648A3F5B9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FC5921-B205-4ECC-B278-4398CCE3F3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6C699E-F411-44E3-B93A-88A5D22C7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730C-5880-465F-9435-9164F1B7AFDF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54D88F-6FFD-405A-8AD6-5C19123A6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1EB0E2-4C58-41D8-83F8-6F5600F5D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9AC97-FFF9-4681-AAD5-1B768C0BE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224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F49ED-7459-4492-A033-0C6607895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D022C3-C81A-4A4B-828F-1B7CF584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8FDDDF-1466-47AC-A9E4-EC96AB2582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63845E-B9DB-4A11-905F-6DF0AEAC08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F26FAD-C67C-4446-8715-47AE81E493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0E0523-1123-407F-BF79-969BB40D0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730C-5880-465F-9435-9164F1B7AFDF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C2C987-CC07-47C5-9010-27A81BF99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7CC23-CB78-463A-A017-31119EC0F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9AC97-FFF9-4681-AAD5-1B768C0BE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205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EF316-5A97-415E-9427-49232AC95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D44A8B-F194-417F-9212-743977F94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730C-5880-465F-9435-9164F1B7AFDF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0F8359-9ED6-48AD-8F1A-F5938EBF9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786172-3019-441B-95F5-154FD00D1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9AC97-FFF9-4681-AAD5-1B768C0BE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24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CD711B-7B3A-4067-9F82-690A768DA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730C-5880-465F-9435-9164F1B7AFDF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BA90A6-A196-4F8B-A4C8-5DA9A2074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43418D-47A7-4EE6-830C-FD3BC6311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9AC97-FFF9-4681-AAD5-1B768C0BE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589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204A2-0500-46D0-9F4B-38D9AA51D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AFED2-D11B-4BFC-88D9-8800394C2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C3A082-8A70-4D25-95AD-7B34131511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586CBD-2D63-4B2B-B6B2-46799C3C3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730C-5880-465F-9435-9164F1B7AFDF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5E2BA2-86BA-47E1-BE38-E2B617D53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A99C8-F4DA-472F-B644-5CE5ED08C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9AC97-FFF9-4681-AAD5-1B768C0BE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20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F5EB9-2292-4687-B351-0D7BC1BC7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C4BF65-C501-430D-A45E-2257C39ADC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BBDBCB-1D6E-4000-B286-F14A8AFA1F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AAEEBF-2DA7-4F86-B7DA-8F0B8F350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730C-5880-465F-9435-9164F1B7AFDF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51AD8A-846A-4A0B-80B6-9757282B4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E3112F-D9C0-4C58-9101-AEFFCD05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9AC97-FFF9-4681-AAD5-1B768C0BE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340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770BD-B3CB-4115-8BC8-D55241F9F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4D42AE-B632-4074-A391-F2B15CA22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B368F-7BC7-4EDC-A2E1-939B5AA74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730C-5880-465F-9435-9164F1B7AFDF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C8801-3973-47C2-9138-2C8416DDE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B6E95-4DCF-41B3-B365-2401B03D4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9AC97-FFF9-4681-AAD5-1B768C0BE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227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0E79C9-9E29-49C6-88AF-6C177E72FB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68C7B9-1976-48DE-9499-2F2AC734E8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E0FBF-03A3-40CD-B281-89179FEF1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730C-5880-465F-9435-9164F1B7AFDF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4E4F7-7611-4326-A211-BBB611F1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B87D5-A2F8-4285-A954-2A3D9E5A4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9AC97-FFF9-4681-AAD5-1B768C0BE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225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ECD6AE-797A-43EF-A2DE-6D22FA6E1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9E22AB-0928-4F54-A185-426A1BC23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1B407-C68D-45DB-81DF-3F9BB0E1BB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F8730C-5880-465F-9435-9164F1B7AFDF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090D4-9422-400B-A013-A6D3D5A6F5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4F3B1-BA11-43FE-90FF-D0DF22DC3F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9AC97-FFF9-4681-AAD5-1B768C0BE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38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3D2E9-5F68-4838-A13F-61B5C53A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" y="113665"/>
            <a:ext cx="1451532" cy="692029"/>
          </a:xfrm>
        </p:spPr>
        <p:txBody>
          <a:bodyPr>
            <a:normAutofit/>
          </a:bodyPr>
          <a:lstStyle/>
          <a:p>
            <a:r>
              <a:rPr lang="en-US" sz="2000" b="1" dirty="0"/>
              <a:t>De so 21</a:t>
            </a:r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1AC95FCA-89AC-4B2D-A00F-36705CB9A92E}"/>
              </a:ext>
            </a:extLst>
          </p:cNvPr>
          <p:cNvGrpSpPr/>
          <p:nvPr/>
        </p:nvGrpSpPr>
        <p:grpSpPr>
          <a:xfrm>
            <a:off x="3185858" y="805694"/>
            <a:ext cx="5820283" cy="4563850"/>
            <a:chOff x="3056994" y="1506351"/>
            <a:chExt cx="5820283" cy="4563850"/>
          </a:xfrm>
        </p:grpSpPr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427DE973-F8CC-431F-BB25-862A20F327A7}"/>
                </a:ext>
              </a:extLst>
            </p:cNvPr>
            <p:cNvSpPr txBox="1"/>
            <p:nvPr/>
          </p:nvSpPr>
          <p:spPr>
            <a:xfrm>
              <a:off x="5421242" y="5153641"/>
              <a:ext cx="7905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400" b="1" dirty="0"/>
                <a:t>Khâu 1</a:t>
              </a:r>
              <a:endParaRPr lang="en-US" sz="1400" b="1" dirty="0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D8EA9558-A729-499B-A4F2-C0882D88F41E}"/>
                </a:ext>
              </a:extLst>
            </p:cNvPr>
            <p:cNvSpPr txBox="1"/>
            <p:nvPr/>
          </p:nvSpPr>
          <p:spPr>
            <a:xfrm>
              <a:off x="4345446" y="5729113"/>
              <a:ext cx="452008" cy="312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vi-VN" sz="14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O2</a:t>
              </a:r>
              <a:endParaRPr lang="en-SG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1AD1DAA5-6874-475E-BAF4-FDBC9243139F}"/>
                </a:ext>
              </a:extLst>
            </p:cNvPr>
            <p:cNvSpPr txBox="1"/>
            <p:nvPr/>
          </p:nvSpPr>
          <p:spPr>
            <a:xfrm>
              <a:off x="8190677" y="2208264"/>
              <a:ext cx="426634" cy="3126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vi-VN" sz="1400" b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</a:t>
              </a:r>
              <a:endParaRPr lang="en-SG" sz="14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B04520ED-C5D3-4A18-BA38-42B975FB039B}"/>
                </a:ext>
              </a:extLst>
            </p:cNvPr>
            <p:cNvSpPr/>
            <p:nvPr/>
          </p:nvSpPr>
          <p:spPr>
            <a:xfrm>
              <a:off x="5759570" y="5628337"/>
              <a:ext cx="539580" cy="30777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vi-VN" sz="1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q1</a:t>
              </a:r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2C0A9526-A907-455F-B639-69C5CBA7038A}"/>
                </a:ext>
              </a:extLst>
            </p:cNvPr>
            <p:cNvSpPr/>
            <p:nvPr/>
          </p:nvSpPr>
          <p:spPr>
            <a:xfrm>
              <a:off x="5871249" y="1997785"/>
              <a:ext cx="93475" cy="93475"/>
            </a:xfrm>
            <a:prstGeom prst="ellipse">
              <a:avLst/>
            </a:prstGeom>
            <a:ln w="2540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4E05ED8A-9084-417F-A1A4-6C4EB92FD367}"/>
                </a:ext>
              </a:extLst>
            </p:cNvPr>
            <p:cNvGrpSpPr/>
            <p:nvPr/>
          </p:nvGrpSpPr>
          <p:grpSpPr>
            <a:xfrm rot="10800000">
              <a:off x="4375949" y="5514274"/>
              <a:ext cx="391005" cy="225791"/>
              <a:chOff x="5629680" y="3899949"/>
              <a:chExt cx="238760" cy="225791"/>
            </a:xfrm>
          </p:grpSpPr>
          <p:cxnSp>
            <p:nvCxnSpPr>
              <p:cNvPr id="340" name="Straight Connector 339">
                <a:extLst>
                  <a:ext uri="{FF2B5EF4-FFF2-40B4-BE49-F238E27FC236}">
                    <a16:creationId xmlns:a16="http://schemas.microsoft.com/office/drawing/2014/main" id="{25730D96-F537-4DB3-AC74-08A02D3DDC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29680" y="4125740"/>
                <a:ext cx="238760" cy="0"/>
              </a:xfrm>
              <a:prstGeom prst="line">
                <a:avLst/>
              </a:prstGeom>
              <a:ln w="508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1" name="Straight Connector 340">
                <a:extLst>
                  <a:ext uri="{FF2B5EF4-FFF2-40B4-BE49-F238E27FC236}">
                    <a16:creationId xmlns:a16="http://schemas.microsoft.com/office/drawing/2014/main" id="{A871FC72-F952-49F1-ACA5-6478B87D87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29680" y="3899949"/>
                <a:ext cx="238760" cy="0"/>
              </a:xfrm>
              <a:prstGeom prst="line">
                <a:avLst/>
              </a:prstGeom>
              <a:ln w="508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3B09BF82-1654-467D-9C09-F5031F38AC91}"/>
                </a:ext>
              </a:extLst>
            </p:cNvPr>
            <p:cNvGrpSpPr/>
            <p:nvPr/>
          </p:nvGrpSpPr>
          <p:grpSpPr>
            <a:xfrm rot="2407271">
              <a:off x="8091922" y="1733796"/>
              <a:ext cx="785355" cy="624595"/>
              <a:chOff x="6303139" y="2596909"/>
              <a:chExt cx="785355" cy="643330"/>
            </a:xfrm>
          </p:grpSpPr>
          <p:cxnSp>
            <p:nvCxnSpPr>
              <p:cNvPr id="337" name="Straight Connector 336">
                <a:extLst>
                  <a:ext uri="{FF2B5EF4-FFF2-40B4-BE49-F238E27FC236}">
                    <a16:creationId xmlns:a16="http://schemas.microsoft.com/office/drawing/2014/main" id="{A5D35185-AC2A-4A1A-8180-5521EC7194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39139" y="2957801"/>
                <a:ext cx="144511" cy="180058"/>
              </a:xfrm>
              <a:prstGeom prst="line">
                <a:avLst/>
              </a:prstGeom>
              <a:ln w="349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8" name="Straight Connector 337">
                <a:extLst>
                  <a:ext uri="{FF2B5EF4-FFF2-40B4-BE49-F238E27FC236}">
                    <a16:creationId xmlns:a16="http://schemas.microsoft.com/office/drawing/2014/main" id="{64C73894-E8E9-4334-B1D4-2982AD960388}"/>
                  </a:ext>
                </a:extLst>
              </p:cNvPr>
              <p:cNvCxnSpPr>
                <a:cxnSpLocks/>
              </p:cNvCxnSpPr>
              <p:nvPr/>
            </p:nvCxnSpPr>
            <p:spPr>
              <a:xfrm rot="19192729">
                <a:off x="6611834" y="2944007"/>
                <a:ext cx="476660" cy="296232"/>
              </a:xfrm>
              <a:prstGeom prst="line">
                <a:avLst/>
              </a:prstGeom>
              <a:ln w="349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9" name="Straight Connector 338">
                <a:extLst>
                  <a:ext uri="{FF2B5EF4-FFF2-40B4-BE49-F238E27FC236}">
                    <a16:creationId xmlns:a16="http://schemas.microsoft.com/office/drawing/2014/main" id="{0136F0C1-52EE-49E8-A4DE-D607C2F5BD6E}"/>
                  </a:ext>
                </a:extLst>
              </p:cNvPr>
              <p:cNvCxnSpPr>
                <a:cxnSpLocks/>
              </p:cNvCxnSpPr>
              <p:nvPr/>
            </p:nvCxnSpPr>
            <p:spPr>
              <a:xfrm rot="19192729" flipV="1">
                <a:off x="6303139" y="2596909"/>
                <a:ext cx="461732" cy="261090"/>
              </a:xfrm>
              <a:prstGeom prst="line">
                <a:avLst/>
              </a:prstGeom>
              <a:ln w="349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10218129-9C71-4FCB-8CEB-9988B988CED0}"/>
                </a:ext>
              </a:extLst>
            </p:cNvPr>
            <p:cNvGrpSpPr/>
            <p:nvPr/>
          </p:nvGrpSpPr>
          <p:grpSpPr>
            <a:xfrm>
              <a:off x="3056994" y="5218186"/>
              <a:ext cx="4136635" cy="852015"/>
              <a:chOff x="3497765" y="4697461"/>
              <a:chExt cx="3493889" cy="852015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32967FC2-2994-40A0-80FA-B2E286624E26}"/>
                  </a:ext>
                </a:extLst>
              </p:cNvPr>
              <p:cNvGrpSpPr/>
              <p:nvPr/>
            </p:nvGrpSpPr>
            <p:grpSpPr>
              <a:xfrm rot="16200000">
                <a:off x="6464603" y="4998715"/>
                <a:ext cx="828305" cy="225797"/>
                <a:chOff x="5369330" y="5102175"/>
                <a:chExt cx="1040831" cy="141089"/>
              </a:xfrm>
            </p:grpSpPr>
            <p:cxnSp>
              <p:nvCxnSpPr>
                <p:cNvPr id="328" name="Straight Connector 327">
                  <a:extLst>
                    <a:ext uri="{FF2B5EF4-FFF2-40B4-BE49-F238E27FC236}">
                      <a16:creationId xmlns:a16="http://schemas.microsoft.com/office/drawing/2014/main" id="{522BD215-9E1B-4D52-A62D-075D189A06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69332" y="5102178"/>
                  <a:ext cx="1040829" cy="0"/>
                </a:xfrm>
                <a:prstGeom prst="line">
                  <a:avLst/>
                </a:prstGeom>
                <a:ln w="508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9" name="Straight Connector 328">
                  <a:extLst>
                    <a:ext uri="{FF2B5EF4-FFF2-40B4-BE49-F238E27FC236}">
                      <a16:creationId xmlns:a16="http://schemas.microsoft.com/office/drawing/2014/main" id="{E1B93350-A63B-44F4-84EF-4A448C5A0EE2}"/>
                    </a:ext>
                  </a:extLst>
                </p:cNvPr>
                <p:cNvCxnSpPr/>
                <p:nvPr/>
              </p:nvCxnSpPr>
              <p:spPr>
                <a:xfrm flipH="1">
                  <a:off x="5369330" y="5102175"/>
                  <a:ext cx="85344" cy="137483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0" name="Straight Connector 329">
                  <a:extLst>
                    <a:ext uri="{FF2B5EF4-FFF2-40B4-BE49-F238E27FC236}">
                      <a16:creationId xmlns:a16="http://schemas.microsoft.com/office/drawing/2014/main" id="{D5940D2D-8213-4BA5-9F12-A385DE796584}"/>
                    </a:ext>
                  </a:extLst>
                </p:cNvPr>
                <p:cNvCxnSpPr/>
                <p:nvPr/>
              </p:nvCxnSpPr>
              <p:spPr>
                <a:xfrm flipH="1">
                  <a:off x="5493737" y="5104662"/>
                  <a:ext cx="85344" cy="137483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1" name="Straight Connector 330">
                  <a:extLst>
                    <a:ext uri="{FF2B5EF4-FFF2-40B4-BE49-F238E27FC236}">
                      <a16:creationId xmlns:a16="http://schemas.microsoft.com/office/drawing/2014/main" id="{38D30C10-F656-4367-94EA-D14EAA84C14A}"/>
                    </a:ext>
                  </a:extLst>
                </p:cNvPr>
                <p:cNvCxnSpPr/>
                <p:nvPr/>
              </p:nvCxnSpPr>
              <p:spPr>
                <a:xfrm flipH="1">
                  <a:off x="5615706" y="5102177"/>
                  <a:ext cx="85344" cy="137483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2" name="Straight Connector 331">
                  <a:extLst>
                    <a:ext uri="{FF2B5EF4-FFF2-40B4-BE49-F238E27FC236}">
                      <a16:creationId xmlns:a16="http://schemas.microsoft.com/office/drawing/2014/main" id="{74193B74-2820-40B9-BAC9-4C31C481979B}"/>
                    </a:ext>
                  </a:extLst>
                </p:cNvPr>
                <p:cNvCxnSpPr/>
                <p:nvPr/>
              </p:nvCxnSpPr>
              <p:spPr>
                <a:xfrm flipH="1">
                  <a:off x="5740114" y="5105781"/>
                  <a:ext cx="85344" cy="137483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3" name="Straight Connector 332">
                  <a:extLst>
                    <a:ext uri="{FF2B5EF4-FFF2-40B4-BE49-F238E27FC236}">
                      <a16:creationId xmlns:a16="http://schemas.microsoft.com/office/drawing/2014/main" id="{5DAB0024-5108-4CE7-AA45-9F9EE83D6C26}"/>
                    </a:ext>
                  </a:extLst>
                </p:cNvPr>
                <p:cNvCxnSpPr/>
                <p:nvPr/>
              </p:nvCxnSpPr>
              <p:spPr>
                <a:xfrm flipH="1">
                  <a:off x="5861923" y="5102179"/>
                  <a:ext cx="85344" cy="137483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4" name="Straight Connector 333">
                  <a:extLst>
                    <a:ext uri="{FF2B5EF4-FFF2-40B4-BE49-F238E27FC236}">
                      <a16:creationId xmlns:a16="http://schemas.microsoft.com/office/drawing/2014/main" id="{38DF89A6-6BA3-4000-9C0C-300E8C4F43E7}"/>
                    </a:ext>
                  </a:extLst>
                </p:cNvPr>
                <p:cNvCxnSpPr/>
                <p:nvPr/>
              </p:nvCxnSpPr>
              <p:spPr>
                <a:xfrm flipH="1">
                  <a:off x="5989040" y="5102179"/>
                  <a:ext cx="85344" cy="137483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5" name="Straight Connector 334">
                  <a:extLst>
                    <a:ext uri="{FF2B5EF4-FFF2-40B4-BE49-F238E27FC236}">
                      <a16:creationId xmlns:a16="http://schemas.microsoft.com/office/drawing/2014/main" id="{891D8560-2DC0-432F-8439-C081138A5633}"/>
                    </a:ext>
                  </a:extLst>
                </p:cNvPr>
                <p:cNvCxnSpPr/>
                <p:nvPr/>
              </p:nvCxnSpPr>
              <p:spPr>
                <a:xfrm flipH="1">
                  <a:off x="6116157" y="5102179"/>
                  <a:ext cx="85344" cy="137483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6" name="Straight Connector 335">
                  <a:extLst>
                    <a:ext uri="{FF2B5EF4-FFF2-40B4-BE49-F238E27FC236}">
                      <a16:creationId xmlns:a16="http://schemas.microsoft.com/office/drawing/2014/main" id="{98B5F6CC-CC88-4A6E-A1D1-50B8C232FD05}"/>
                    </a:ext>
                  </a:extLst>
                </p:cNvPr>
                <p:cNvCxnSpPr/>
                <p:nvPr/>
              </p:nvCxnSpPr>
              <p:spPr>
                <a:xfrm flipH="1">
                  <a:off x="6243274" y="5102179"/>
                  <a:ext cx="85344" cy="137483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9" name="Group 318">
                <a:extLst>
                  <a:ext uri="{FF2B5EF4-FFF2-40B4-BE49-F238E27FC236}">
                    <a16:creationId xmlns:a16="http://schemas.microsoft.com/office/drawing/2014/main" id="{3817ACE7-273F-4F50-9B1A-4B052B529909}"/>
                  </a:ext>
                </a:extLst>
              </p:cNvPr>
              <p:cNvGrpSpPr/>
              <p:nvPr/>
            </p:nvGrpSpPr>
            <p:grpSpPr>
              <a:xfrm>
                <a:off x="3497765" y="4721172"/>
                <a:ext cx="209022" cy="828304"/>
                <a:chOff x="6490335" y="3828464"/>
                <a:chExt cx="209022" cy="828304"/>
              </a:xfrm>
            </p:grpSpPr>
            <p:cxnSp>
              <p:nvCxnSpPr>
                <p:cNvPr id="321" name="Straight Connector 320">
                  <a:extLst>
                    <a:ext uri="{FF2B5EF4-FFF2-40B4-BE49-F238E27FC236}">
                      <a16:creationId xmlns:a16="http://schemas.microsoft.com/office/drawing/2014/main" id="{0E149FBF-A6DD-4E31-AA9F-F04EACCB4D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6285205" y="4242616"/>
                  <a:ext cx="828303" cy="0"/>
                </a:xfrm>
                <a:prstGeom prst="line">
                  <a:avLst/>
                </a:prstGeom>
                <a:ln w="508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2" name="Straight Connector 321">
                  <a:extLst>
                    <a:ext uri="{FF2B5EF4-FFF2-40B4-BE49-F238E27FC236}">
                      <a16:creationId xmlns:a16="http://schemas.microsoft.com/office/drawing/2014/main" id="{F2F56C05-3404-44D0-A3E1-A374DAB185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490335" y="3871617"/>
                  <a:ext cx="209021" cy="96498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3" name="Straight Connector 322">
                  <a:extLst>
                    <a:ext uri="{FF2B5EF4-FFF2-40B4-BE49-F238E27FC236}">
                      <a16:creationId xmlns:a16="http://schemas.microsoft.com/office/drawing/2014/main" id="{1412BF9B-9306-4B00-90FA-0EB9F4E086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490335" y="4011268"/>
                  <a:ext cx="209021" cy="96498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4" name="Straight Connector 323">
                  <a:extLst>
                    <a:ext uri="{FF2B5EF4-FFF2-40B4-BE49-F238E27FC236}">
                      <a16:creationId xmlns:a16="http://schemas.microsoft.com/office/drawing/2014/main" id="{FC39E3B9-BB39-4709-9020-32B33B6A1E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490335" y="4146118"/>
                  <a:ext cx="209021" cy="96498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5" name="Straight Connector 324">
                  <a:extLst>
                    <a:ext uri="{FF2B5EF4-FFF2-40B4-BE49-F238E27FC236}">
                      <a16:creationId xmlns:a16="http://schemas.microsoft.com/office/drawing/2014/main" id="{85FB1060-5C48-4D71-B8C1-8382AD58CF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490335" y="4280968"/>
                  <a:ext cx="209021" cy="96498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6" name="Straight Connector 325">
                  <a:extLst>
                    <a:ext uri="{FF2B5EF4-FFF2-40B4-BE49-F238E27FC236}">
                      <a16:creationId xmlns:a16="http://schemas.microsoft.com/office/drawing/2014/main" id="{51449469-1D0C-4EB0-86C7-7D9DCD8372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490335" y="4420619"/>
                  <a:ext cx="209021" cy="96498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7" name="Straight Connector 326">
                  <a:extLst>
                    <a:ext uri="{FF2B5EF4-FFF2-40B4-BE49-F238E27FC236}">
                      <a16:creationId xmlns:a16="http://schemas.microsoft.com/office/drawing/2014/main" id="{147EEF87-1C0C-4460-B78E-2507833511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490335" y="4560270"/>
                  <a:ext cx="209021" cy="96498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0" name="Straight Connector 319">
                <a:extLst>
                  <a:ext uri="{FF2B5EF4-FFF2-40B4-BE49-F238E27FC236}">
                    <a16:creationId xmlns:a16="http://schemas.microsoft.com/office/drawing/2014/main" id="{5F2F9D8C-08A0-40AC-92FD-D6CD8D984AA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06789" y="5092911"/>
                <a:ext cx="3043731" cy="8953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D9533A1E-5EEF-40D9-8F9F-BA69AD9201D9}"/>
                </a:ext>
              </a:extLst>
            </p:cNvPr>
            <p:cNvCxnSpPr>
              <a:cxnSpLocks/>
            </p:cNvCxnSpPr>
            <p:nvPr/>
          </p:nvCxnSpPr>
          <p:spPr>
            <a:xfrm>
              <a:off x="4572127" y="3119392"/>
              <a:ext cx="191" cy="2407822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1ACECDD1-1FC0-4A64-9E6C-065D948D28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53288" y="3141072"/>
              <a:ext cx="1281768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AA2CD9E6-10E3-4643-88BE-9997553F5350}"/>
                </a:ext>
              </a:extLst>
            </p:cNvPr>
            <p:cNvGrpSpPr/>
            <p:nvPr/>
          </p:nvGrpSpPr>
          <p:grpSpPr>
            <a:xfrm rot="5400000">
              <a:off x="5728800" y="3039005"/>
              <a:ext cx="391275" cy="219303"/>
              <a:chOff x="5634233" y="3901902"/>
              <a:chExt cx="238925" cy="219303"/>
            </a:xfrm>
          </p:grpSpPr>
          <p:cxnSp>
            <p:nvCxnSpPr>
              <p:cNvPr id="316" name="Straight Connector 315">
                <a:extLst>
                  <a:ext uri="{FF2B5EF4-FFF2-40B4-BE49-F238E27FC236}">
                    <a16:creationId xmlns:a16="http://schemas.microsoft.com/office/drawing/2014/main" id="{4153029A-D175-4BE4-832E-67C68F8448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34398" y="4121205"/>
                <a:ext cx="238760" cy="0"/>
              </a:xfrm>
              <a:prstGeom prst="line">
                <a:avLst/>
              </a:prstGeom>
              <a:ln w="508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7" name="Straight Connector 316">
                <a:extLst>
                  <a:ext uri="{FF2B5EF4-FFF2-40B4-BE49-F238E27FC236}">
                    <a16:creationId xmlns:a16="http://schemas.microsoft.com/office/drawing/2014/main" id="{FA0B1D1C-D934-48A5-880E-495BC27369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34233" y="3901902"/>
                <a:ext cx="238760" cy="0"/>
              </a:xfrm>
              <a:prstGeom prst="line">
                <a:avLst/>
              </a:prstGeom>
              <a:ln w="508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38179CF1-118B-437A-A93E-37033DD6F7C5}"/>
                </a:ext>
              </a:extLst>
            </p:cNvPr>
            <p:cNvCxnSpPr>
              <a:cxnSpLocks/>
            </p:cNvCxnSpPr>
            <p:nvPr/>
          </p:nvCxnSpPr>
          <p:spPr>
            <a:xfrm>
              <a:off x="5917987" y="2049905"/>
              <a:ext cx="0" cy="1791327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7DED0AA2-A2BF-40D4-AEDB-6BED4A88C89F}"/>
                </a:ext>
              </a:extLst>
            </p:cNvPr>
            <p:cNvCxnSpPr>
              <a:cxnSpLocks/>
            </p:cNvCxnSpPr>
            <p:nvPr/>
          </p:nvCxnSpPr>
          <p:spPr>
            <a:xfrm>
              <a:off x="5804449" y="3841232"/>
              <a:ext cx="227076" cy="0"/>
            </a:xfrm>
            <a:prstGeom prst="line">
              <a:avLst/>
            </a:prstGeom>
            <a:ln w="635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CCD68AD9-3260-4B0B-B907-B6FE84F5C4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17986" y="2044177"/>
              <a:ext cx="1281768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00422DA0-1EF2-4E40-897B-08DAD56A91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47364" y="2037861"/>
              <a:ext cx="897476" cy="988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D0890CAE-7C99-4A08-8638-59E26DD2D857}"/>
                </a:ext>
              </a:extLst>
            </p:cNvPr>
            <p:cNvGrpSpPr/>
            <p:nvPr/>
          </p:nvGrpSpPr>
          <p:grpSpPr>
            <a:xfrm>
              <a:off x="3262339" y="4564940"/>
              <a:ext cx="474821" cy="1098280"/>
              <a:chOff x="6502185" y="4626562"/>
              <a:chExt cx="474821" cy="1098280"/>
            </a:xfrm>
          </p:grpSpPr>
          <p:cxnSp>
            <p:nvCxnSpPr>
              <p:cNvPr id="310" name="Straight Arrow Connector 309">
                <a:extLst>
                  <a:ext uri="{FF2B5EF4-FFF2-40B4-BE49-F238E27FC236}">
                    <a16:creationId xmlns:a16="http://schemas.microsoft.com/office/drawing/2014/main" id="{2F6D0D2A-2152-4257-9CC8-8054B51184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40617" y="4792008"/>
                <a:ext cx="3693" cy="893734"/>
              </a:xfrm>
              <a:prstGeom prst="straightConnector1">
                <a:avLst/>
              </a:prstGeom>
              <a:solidFill>
                <a:srgbClr val="78E5F4"/>
              </a:solidFill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1" name="Group 310">
                <a:extLst>
                  <a:ext uri="{FF2B5EF4-FFF2-40B4-BE49-F238E27FC236}">
                    <a16:creationId xmlns:a16="http://schemas.microsoft.com/office/drawing/2014/main" id="{9C05DCBD-73CC-4167-AD30-6D346727D866}"/>
                  </a:ext>
                </a:extLst>
              </p:cNvPr>
              <p:cNvGrpSpPr/>
              <p:nvPr/>
            </p:nvGrpSpPr>
            <p:grpSpPr>
              <a:xfrm>
                <a:off x="6502185" y="4626562"/>
                <a:ext cx="474821" cy="1098280"/>
                <a:chOff x="7070895" y="4524619"/>
                <a:chExt cx="474821" cy="1098280"/>
              </a:xfrm>
            </p:grpSpPr>
            <p:sp>
              <p:nvSpPr>
                <p:cNvPr id="314" name="Rectangle 313">
                  <a:extLst>
                    <a:ext uri="{FF2B5EF4-FFF2-40B4-BE49-F238E27FC236}">
                      <a16:creationId xmlns:a16="http://schemas.microsoft.com/office/drawing/2014/main" id="{1F850F78-8416-4671-9429-5A186FA643C1}"/>
                    </a:ext>
                  </a:extLst>
                </p:cNvPr>
                <p:cNvSpPr/>
                <p:nvPr/>
              </p:nvSpPr>
              <p:spPr>
                <a:xfrm>
                  <a:off x="7086609" y="4524619"/>
                  <a:ext cx="459107" cy="307777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>
                  <a:spAutoFit/>
                </a:bodyPr>
                <a:lstStyle/>
                <a:p>
                  <a:pPr algn="ctr"/>
                  <a:r>
                    <a:rPr lang="vi-VN" sz="1400" dirty="0">
                      <a:ln w="0"/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Arial" panose="020B0604020202020204" pitchFamily="34" charset="0"/>
                      <a:cs typeface="Arial" panose="020B0604020202020204" pitchFamily="34" charset="0"/>
                    </a:rPr>
                    <a:t>Z0</a:t>
                  </a:r>
                  <a:endParaRPr lang="vi-VN" sz="14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15" name="Oval 314">
                  <a:extLst>
                    <a:ext uri="{FF2B5EF4-FFF2-40B4-BE49-F238E27FC236}">
                      <a16:creationId xmlns:a16="http://schemas.microsoft.com/office/drawing/2014/main" id="{70E3B750-27BB-401E-9D94-EAAD3CDCD199}"/>
                    </a:ext>
                  </a:extLst>
                </p:cNvPr>
                <p:cNvSpPr/>
                <p:nvPr/>
              </p:nvSpPr>
              <p:spPr>
                <a:xfrm flipV="1">
                  <a:off x="7070895" y="5537842"/>
                  <a:ext cx="85057" cy="85057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6217EF1E-6EC7-4BEC-ABC9-C148079FA625}"/>
                </a:ext>
              </a:extLst>
            </p:cNvPr>
            <p:cNvSpPr/>
            <p:nvPr/>
          </p:nvSpPr>
          <p:spPr>
            <a:xfrm flipV="1">
              <a:off x="4525533" y="5447098"/>
              <a:ext cx="85057" cy="85057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53AFABC3-AC2C-4207-A462-FF899ED5DCCA}"/>
                </a:ext>
              </a:extLst>
            </p:cNvPr>
            <p:cNvSpPr/>
            <p:nvPr/>
          </p:nvSpPr>
          <p:spPr>
            <a:xfrm flipV="1">
              <a:off x="5879253" y="3113042"/>
              <a:ext cx="85057" cy="85057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8568522D-C70F-4456-B6EB-AB0C90314F53}"/>
                </a:ext>
              </a:extLst>
            </p:cNvPr>
            <p:cNvSpPr/>
            <p:nvPr/>
          </p:nvSpPr>
          <p:spPr>
            <a:xfrm flipV="1">
              <a:off x="5880012" y="1999306"/>
              <a:ext cx="85057" cy="85057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A59BF25F-6ACC-4675-930D-F134F33DE422}"/>
                </a:ext>
              </a:extLst>
            </p:cNvPr>
            <p:cNvSpPr/>
            <p:nvPr/>
          </p:nvSpPr>
          <p:spPr>
            <a:xfrm flipV="1">
              <a:off x="7304861" y="1993701"/>
              <a:ext cx="85057" cy="85057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840CCDFC-93BB-4494-86BC-7AC43FBC7196}"/>
                </a:ext>
              </a:extLst>
            </p:cNvPr>
            <p:cNvSpPr/>
            <p:nvPr/>
          </p:nvSpPr>
          <p:spPr>
            <a:xfrm flipV="1">
              <a:off x="8227553" y="1999306"/>
              <a:ext cx="85057" cy="85057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E0C76F60-4453-4AF6-A0C7-F88F328C5017}"/>
                </a:ext>
              </a:extLst>
            </p:cNvPr>
            <p:cNvSpPr txBox="1"/>
            <p:nvPr/>
          </p:nvSpPr>
          <p:spPr>
            <a:xfrm>
              <a:off x="3284964" y="5613636"/>
              <a:ext cx="778530" cy="312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vi-VN" sz="14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O</a:t>
              </a:r>
              <a:r>
                <a:rPr lang="en-US" sz="14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0 = O1</a:t>
              </a:r>
              <a:endParaRPr lang="en-SG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C0C96593-0B3A-48EF-857E-30FA73996127}"/>
                </a:ext>
              </a:extLst>
            </p:cNvPr>
            <p:cNvSpPr txBox="1"/>
            <p:nvPr/>
          </p:nvSpPr>
          <p:spPr>
            <a:xfrm>
              <a:off x="6025822" y="3053395"/>
              <a:ext cx="414978" cy="312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vi-VN" sz="14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O</a:t>
              </a:r>
              <a:r>
                <a:rPr lang="en-US" sz="1400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  <a:endParaRPr lang="en-SG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7D0F9DDD-88DD-4388-9817-C279212E8144}"/>
                </a:ext>
              </a:extLst>
            </p:cNvPr>
            <p:cNvSpPr txBox="1"/>
            <p:nvPr/>
          </p:nvSpPr>
          <p:spPr>
            <a:xfrm>
              <a:off x="5531403" y="1774134"/>
              <a:ext cx="481899" cy="312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vi-VN" sz="14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O</a:t>
              </a:r>
              <a:r>
                <a:rPr lang="en-US" sz="1400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4</a:t>
              </a:r>
              <a:endParaRPr lang="en-SG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AAFB718A-5690-4674-BC64-9BD32E2BC59E}"/>
                </a:ext>
              </a:extLst>
            </p:cNvPr>
            <p:cNvSpPr txBox="1"/>
            <p:nvPr/>
          </p:nvSpPr>
          <p:spPr>
            <a:xfrm>
              <a:off x="6824903" y="1750332"/>
              <a:ext cx="409848" cy="312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vi-VN" sz="14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O</a:t>
              </a:r>
              <a:r>
                <a:rPr lang="en-US" sz="1400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5</a:t>
              </a:r>
              <a:endParaRPr lang="en-SG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6" name="Straight Arrow Connector 165">
              <a:extLst>
                <a:ext uri="{FF2B5EF4-FFF2-40B4-BE49-F238E27FC236}">
                  <a16:creationId xmlns:a16="http://schemas.microsoft.com/office/drawing/2014/main" id="{31C3155A-DD76-4361-AFB1-AC607E4C4D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5868" y="5803760"/>
              <a:ext cx="472497" cy="5994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3E04D0EA-6F84-4469-9D69-4EE906CA9C80}"/>
                </a:ext>
              </a:extLst>
            </p:cNvPr>
            <p:cNvGrpSpPr/>
            <p:nvPr/>
          </p:nvGrpSpPr>
          <p:grpSpPr>
            <a:xfrm rot="2500243">
              <a:off x="4432428" y="5021003"/>
              <a:ext cx="358909" cy="338196"/>
              <a:chOff x="6565123" y="4544197"/>
              <a:chExt cx="402941" cy="450713"/>
            </a:xfrm>
            <a:noFill/>
          </p:grpSpPr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0F634169-DDA3-44C6-965D-8866C0CC104D}"/>
                  </a:ext>
                </a:extLst>
              </p:cNvPr>
              <p:cNvSpPr/>
              <p:nvPr/>
            </p:nvSpPr>
            <p:spPr>
              <a:xfrm rot="569430">
                <a:off x="6565123" y="4561501"/>
                <a:ext cx="324914" cy="433409"/>
              </a:xfrm>
              <a:custGeom>
                <a:avLst/>
                <a:gdLst>
                  <a:gd name="connsiteX0" fmla="*/ 0 w 165735"/>
                  <a:gd name="connsiteY0" fmla="*/ 194310 h 194310"/>
                  <a:gd name="connsiteX1" fmla="*/ 47625 w 165735"/>
                  <a:gd name="connsiteY1" fmla="*/ 192405 h 194310"/>
                  <a:gd name="connsiteX2" fmla="*/ 74295 w 165735"/>
                  <a:gd name="connsiteY2" fmla="*/ 184785 h 194310"/>
                  <a:gd name="connsiteX3" fmla="*/ 80010 w 165735"/>
                  <a:gd name="connsiteY3" fmla="*/ 182880 h 194310"/>
                  <a:gd name="connsiteX4" fmla="*/ 102870 w 165735"/>
                  <a:gd name="connsiteY4" fmla="*/ 169545 h 194310"/>
                  <a:gd name="connsiteX5" fmla="*/ 108585 w 165735"/>
                  <a:gd name="connsiteY5" fmla="*/ 163830 h 194310"/>
                  <a:gd name="connsiteX6" fmla="*/ 114300 w 165735"/>
                  <a:gd name="connsiteY6" fmla="*/ 161925 h 194310"/>
                  <a:gd name="connsiteX7" fmla="*/ 121920 w 165735"/>
                  <a:gd name="connsiteY7" fmla="*/ 158115 h 194310"/>
                  <a:gd name="connsiteX8" fmla="*/ 142875 w 165735"/>
                  <a:gd name="connsiteY8" fmla="*/ 133350 h 194310"/>
                  <a:gd name="connsiteX9" fmla="*/ 148590 w 165735"/>
                  <a:gd name="connsiteY9" fmla="*/ 125730 h 194310"/>
                  <a:gd name="connsiteX10" fmla="*/ 160020 w 165735"/>
                  <a:gd name="connsiteY10" fmla="*/ 106680 h 194310"/>
                  <a:gd name="connsiteX11" fmla="*/ 163830 w 165735"/>
                  <a:gd name="connsiteY11" fmla="*/ 89535 h 194310"/>
                  <a:gd name="connsiteX12" fmla="*/ 165735 w 165735"/>
                  <a:gd name="connsiteY12" fmla="*/ 76200 h 194310"/>
                  <a:gd name="connsiteX13" fmla="*/ 163830 w 165735"/>
                  <a:gd name="connsiteY13" fmla="*/ 13335 h 194310"/>
                  <a:gd name="connsiteX14" fmla="*/ 161925 w 165735"/>
                  <a:gd name="connsiteY14" fmla="*/ 7620 h 194310"/>
                  <a:gd name="connsiteX15" fmla="*/ 158115 w 165735"/>
                  <a:gd name="connsiteY15" fmla="*/ 0 h 194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65735" h="194310">
                    <a:moveTo>
                      <a:pt x="0" y="194310"/>
                    </a:moveTo>
                    <a:cubicBezTo>
                      <a:pt x="15875" y="193675"/>
                      <a:pt x="31772" y="193462"/>
                      <a:pt x="47625" y="192405"/>
                    </a:cubicBezTo>
                    <a:cubicBezTo>
                      <a:pt x="55341" y="191891"/>
                      <a:pt x="68434" y="186739"/>
                      <a:pt x="74295" y="184785"/>
                    </a:cubicBezTo>
                    <a:lnTo>
                      <a:pt x="80010" y="182880"/>
                    </a:lnTo>
                    <a:cubicBezTo>
                      <a:pt x="89491" y="179720"/>
                      <a:pt x="93462" y="178953"/>
                      <a:pt x="102870" y="169545"/>
                    </a:cubicBezTo>
                    <a:cubicBezTo>
                      <a:pt x="104775" y="167640"/>
                      <a:pt x="106343" y="165324"/>
                      <a:pt x="108585" y="163830"/>
                    </a:cubicBezTo>
                    <a:cubicBezTo>
                      <a:pt x="110256" y="162716"/>
                      <a:pt x="112454" y="162716"/>
                      <a:pt x="114300" y="161925"/>
                    </a:cubicBezTo>
                    <a:cubicBezTo>
                      <a:pt x="116910" y="160806"/>
                      <a:pt x="119557" y="159690"/>
                      <a:pt x="121920" y="158115"/>
                    </a:cubicBezTo>
                    <a:cubicBezTo>
                      <a:pt x="135856" y="148824"/>
                      <a:pt x="130798" y="149452"/>
                      <a:pt x="142875" y="133350"/>
                    </a:cubicBezTo>
                    <a:cubicBezTo>
                      <a:pt x="144780" y="130810"/>
                      <a:pt x="146873" y="128401"/>
                      <a:pt x="148590" y="125730"/>
                    </a:cubicBezTo>
                    <a:cubicBezTo>
                      <a:pt x="152594" y="119501"/>
                      <a:pt x="160020" y="106680"/>
                      <a:pt x="160020" y="106680"/>
                    </a:cubicBezTo>
                    <a:cubicBezTo>
                      <a:pt x="161733" y="99830"/>
                      <a:pt x="162621" y="96790"/>
                      <a:pt x="163830" y="89535"/>
                    </a:cubicBezTo>
                    <a:cubicBezTo>
                      <a:pt x="164568" y="85106"/>
                      <a:pt x="165100" y="80645"/>
                      <a:pt x="165735" y="76200"/>
                    </a:cubicBezTo>
                    <a:cubicBezTo>
                      <a:pt x="165100" y="55245"/>
                      <a:pt x="164993" y="34267"/>
                      <a:pt x="163830" y="13335"/>
                    </a:cubicBezTo>
                    <a:cubicBezTo>
                      <a:pt x="163719" y="11330"/>
                      <a:pt x="162716" y="9466"/>
                      <a:pt x="161925" y="7620"/>
                    </a:cubicBezTo>
                    <a:cubicBezTo>
                      <a:pt x="160806" y="5010"/>
                      <a:pt x="158115" y="0"/>
                      <a:pt x="158115" y="0"/>
                    </a:cubicBezTo>
                  </a:path>
                </a:pathLst>
              </a:cu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77DD2D1C-A98C-49CB-BDB8-1CF9F7867131}"/>
                  </a:ext>
                </a:extLst>
              </p:cNvPr>
              <p:cNvSpPr/>
              <p:nvPr/>
            </p:nvSpPr>
            <p:spPr>
              <a:xfrm>
                <a:off x="6859479" y="4544197"/>
                <a:ext cx="108585" cy="60960"/>
              </a:xfrm>
              <a:custGeom>
                <a:avLst/>
                <a:gdLst>
                  <a:gd name="connsiteX0" fmla="*/ 0 w 108585"/>
                  <a:gd name="connsiteY0" fmla="*/ 60960 h 60960"/>
                  <a:gd name="connsiteX1" fmla="*/ 5715 w 108585"/>
                  <a:gd name="connsiteY1" fmla="*/ 51435 h 60960"/>
                  <a:gd name="connsiteX2" fmla="*/ 11430 w 108585"/>
                  <a:gd name="connsiteY2" fmla="*/ 47625 h 60960"/>
                  <a:gd name="connsiteX3" fmla="*/ 19050 w 108585"/>
                  <a:gd name="connsiteY3" fmla="*/ 41910 h 60960"/>
                  <a:gd name="connsiteX4" fmla="*/ 22860 w 108585"/>
                  <a:gd name="connsiteY4" fmla="*/ 34290 h 60960"/>
                  <a:gd name="connsiteX5" fmla="*/ 26670 w 108585"/>
                  <a:gd name="connsiteY5" fmla="*/ 28575 h 60960"/>
                  <a:gd name="connsiteX6" fmla="*/ 30480 w 108585"/>
                  <a:gd name="connsiteY6" fmla="*/ 19050 h 60960"/>
                  <a:gd name="connsiteX7" fmla="*/ 41910 w 108585"/>
                  <a:gd name="connsiteY7" fmla="*/ 7620 h 60960"/>
                  <a:gd name="connsiteX8" fmla="*/ 49530 w 108585"/>
                  <a:gd name="connsiteY8" fmla="*/ 0 h 60960"/>
                  <a:gd name="connsiteX9" fmla="*/ 60960 w 108585"/>
                  <a:gd name="connsiteY9" fmla="*/ 9525 h 60960"/>
                  <a:gd name="connsiteX10" fmla="*/ 66675 w 108585"/>
                  <a:gd name="connsiteY10" fmla="*/ 17145 h 60960"/>
                  <a:gd name="connsiteX11" fmla="*/ 74295 w 108585"/>
                  <a:gd name="connsiteY11" fmla="*/ 22860 h 60960"/>
                  <a:gd name="connsiteX12" fmla="*/ 78105 w 108585"/>
                  <a:gd name="connsiteY12" fmla="*/ 28575 h 60960"/>
                  <a:gd name="connsiteX13" fmla="*/ 83820 w 108585"/>
                  <a:gd name="connsiteY13" fmla="*/ 30480 h 60960"/>
                  <a:gd name="connsiteX14" fmla="*/ 95250 w 108585"/>
                  <a:gd name="connsiteY14" fmla="*/ 40005 h 60960"/>
                  <a:gd name="connsiteX15" fmla="*/ 100965 w 108585"/>
                  <a:gd name="connsiteY15" fmla="*/ 43815 h 60960"/>
                  <a:gd name="connsiteX16" fmla="*/ 108585 w 108585"/>
                  <a:gd name="connsiteY16" fmla="*/ 47625 h 60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8585" h="60960">
                    <a:moveTo>
                      <a:pt x="0" y="60960"/>
                    </a:moveTo>
                    <a:cubicBezTo>
                      <a:pt x="1905" y="57785"/>
                      <a:pt x="3305" y="54246"/>
                      <a:pt x="5715" y="51435"/>
                    </a:cubicBezTo>
                    <a:cubicBezTo>
                      <a:pt x="7205" y="49697"/>
                      <a:pt x="9567" y="48956"/>
                      <a:pt x="11430" y="47625"/>
                    </a:cubicBezTo>
                    <a:cubicBezTo>
                      <a:pt x="14014" y="45780"/>
                      <a:pt x="16510" y="43815"/>
                      <a:pt x="19050" y="41910"/>
                    </a:cubicBezTo>
                    <a:cubicBezTo>
                      <a:pt x="20320" y="39370"/>
                      <a:pt x="21451" y="36756"/>
                      <a:pt x="22860" y="34290"/>
                    </a:cubicBezTo>
                    <a:cubicBezTo>
                      <a:pt x="23996" y="32302"/>
                      <a:pt x="25646" y="30623"/>
                      <a:pt x="26670" y="28575"/>
                    </a:cubicBezTo>
                    <a:cubicBezTo>
                      <a:pt x="28199" y="25516"/>
                      <a:pt x="28469" y="21816"/>
                      <a:pt x="30480" y="19050"/>
                    </a:cubicBezTo>
                    <a:cubicBezTo>
                      <a:pt x="33649" y="14692"/>
                      <a:pt x="38100" y="11430"/>
                      <a:pt x="41910" y="7620"/>
                    </a:cubicBezTo>
                    <a:lnTo>
                      <a:pt x="49530" y="0"/>
                    </a:lnTo>
                    <a:cubicBezTo>
                      <a:pt x="55409" y="3919"/>
                      <a:pt x="56071" y="3821"/>
                      <a:pt x="60960" y="9525"/>
                    </a:cubicBezTo>
                    <a:cubicBezTo>
                      <a:pt x="63026" y="11936"/>
                      <a:pt x="64430" y="14900"/>
                      <a:pt x="66675" y="17145"/>
                    </a:cubicBezTo>
                    <a:cubicBezTo>
                      <a:pt x="68920" y="19390"/>
                      <a:pt x="72050" y="20615"/>
                      <a:pt x="74295" y="22860"/>
                    </a:cubicBezTo>
                    <a:cubicBezTo>
                      <a:pt x="75914" y="24479"/>
                      <a:pt x="76317" y="27145"/>
                      <a:pt x="78105" y="28575"/>
                    </a:cubicBezTo>
                    <a:cubicBezTo>
                      <a:pt x="79673" y="29829"/>
                      <a:pt x="82024" y="29582"/>
                      <a:pt x="83820" y="30480"/>
                    </a:cubicBezTo>
                    <a:cubicBezTo>
                      <a:pt x="90915" y="34027"/>
                      <a:pt x="88930" y="34739"/>
                      <a:pt x="95250" y="40005"/>
                    </a:cubicBezTo>
                    <a:cubicBezTo>
                      <a:pt x="97009" y="41471"/>
                      <a:pt x="98977" y="42679"/>
                      <a:pt x="100965" y="43815"/>
                    </a:cubicBezTo>
                    <a:cubicBezTo>
                      <a:pt x="103431" y="45224"/>
                      <a:pt x="108585" y="47625"/>
                      <a:pt x="108585" y="47625"/>
                    </a:cubicBezTo>
                  </a:path>
                </a:pathLst>
              </a:cu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0000"/>
                  </a:solidFill>
                </a:endParaRPr>
              </a:p>
            </p:txBody>
          </p:sp>
        </p:grpSp>
        <p:cxnSp>
          <p:nvCxnSpPr>
            <p:cNvPr id="168" name="Straight Arrow Connector 167">
              <a:extLst>
                <a:ext uri="{FF2B5EF4-FFF2-40B4-BE49-F238E27FC236}">
                  <a16:creationId xmlns:a16="http://schemas.microsoft.com/office/drawing/2014/main" id="{A2CB4C49-950A-4CE7-891E-FC5E133A3D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86070" y="3498610"/>
              <a:ext cx="0" cy="462372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A4A8A2C3-3D6B-4613-8F83-33B022A753BB}"/>
                </a:ext>
              </a:extLst>
            </p:cNvPr>
            <p:cNvGrpSpPr/>
            <p:nvPr/>
          </p:nvGrpSpPr>
          <p:grpSpPr>
            <a:xfrm rot="2865344">
              <a:off x="6151469" y="1936559"/>
              <a:ext cx="269461" cy="256175"/>
              <a:chOff x="7282123" y="3660077"/>
              <a:chExt cx="269461" cy="256175"/>
            </a:xfrm>
          </p:grpSpPr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ABDB2390-2EC7-47BF-866C-48340326FA80}"/>
                  </a:ext>
                </a:extLst>
              </p:cNvPr>
              <p:cNvSpPr/>
              <p:nvPr/>
            </p:nvSpPr>
            <p:spPr>
              <a:xfrm rot="15573981">
                <a:off x="7269868" y="3672332"/>
                <a:ext cx="233821" cy="209311"/>
              </a:xfrm>
              <a:custGeom>
                <a:avLst/>
                <a:gdLst>
                  <a:gd name="connsiteX0" fmla="*/ 0 w 165735"/>
                  <a:gd name="connsiteY0" fmla="*/ 194310 h 194310"/>
                  <a:gd name="connsiteX1" fmla="*/ 47625 w 165735"/>
                  <a:gd name="connsiteY1" fmla="*/ 192405 h 194310"/>
                  <a:gd name="connsiteX2" fmla="*/ 74295 w 165735"/>
                  <a:gd name="connsiteY2" fmla="*/ 184785 h 194310"/>
                  <a:gd name="connsiteX3" fmla="*/ 80010 w 165735"/>
                  <a:gd name="connsiteY3" fmla="*/ 182880 h 194310"/>
                  <a:gd name="connsiteX4" fmla="*/ 102870 w 165735"/>
                  <a:gd name="connsiteY4" fmla="*/ 169545 h 194310"/>
                  <a:gd name="connsiteX5" fmla="*/ 108585 w 165735"/>
                  <a:gd name="connsiteY5" fmla="*/ 163830 h 194310"/>
                  <a:gd name="connsiteX6" fmla="*/ 114300 w 165735"/>
                  <a:gd name="connsiteY6" fmla="*/ 161925 h 194310"/>
                  <a:gd name="connsiteX7" fmla="*/ 121920 w 165735"/>
                  <a:gd name="connsiteY7" fmla="*/ 158115 h 194310"/>
                  <a:gd name="connsiteX8" fmla="*/ 142875 w 165735"/>
                  <a:gd name="connsiteY8" fmla="*/ 133350 h 194310"/>
                  <a:gd name="connsiteX9" fmla="*/ 148590 w 165735"/>
                  <a:gd name="connsiteY9" fmla="*/ 125730 h 194310"/>
                  <a:gd name="connsiteX10" fmla="*/ 160020 w 165735"/>
                  <a:gd name="connsiteY10" fmla="*/ 106680 h 194310"/>
                  <a:gd name="connsiteX11" fmla="*/ 163830 w 165735"/>
                  <a:gd name="connsiteY11" fmla="*/ 89535 h 194310"/>
                  <a:gd name="connsiteX12" fmla="*/ 165735 w 165735"/>
                  <a:gd name="connsiteY12" fmla="*/ 76200 h 194310"/>
                  <a:gd name="connsiteX13" fmla="*/ 163830 w 165735"/>
                  <a:gd name="connsiteY13" fmla="*/ 13335 h 194310"/>
                  <a:gd name="connsiteX14" fmla="*/ 161925 w 165735"/>
                  <a:gd name="connsiteY14" fmla="*/ 7620 h 194310"/>
                  <a:gd name="connsiteX15" fmla="*/ 158115 w 165735"/>
                  <a:gd name="connsiteY15" fmla="*/ 0 h 194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65735" h="194310">
                    <a:moveTo>
                      <a:pt x="0" y="194310"/>
                    </a:moveTo>
                    <a:cubicBezTo>
                      <a:pt x="15875" y="193675"/>
                      <a:pt x="31772" y="193462"/>
                      <a:pt x="47625" y="192405"/>
                    </a:cubicBezTo>
                    <a:cubicBezTo>
                      <a:pt x="55341" y="191891"/>
                      <a:pt x="68434" y="186739"/>
                      <a:pt x="74295" y="184785"/>
                    </a:cubicBezTo>
                    <a:lnTo>
                      <a:pt x="80010" y="182880"/>
                    </a:lnTo>
                    <a:cubicBezTo>
                      <a:pt x="89491" y="179720"/>
                      <a:pt x="93462" y="178953"/>
                      <a:pt x="102870" y="169545"/>
                    </a:cubicBezTo>
                    <a:cubicBezTo>
                      <a:pt x="104775" y="167640"/>
                      <a:pt x="106343" y="165324"/>
                      <a:pt x="108585" y="163830"/>
                    </a:cubicBezTo>
                    <a:cubicBezTo>
                      <a:pt x="110256" y="162716"/>
                      <a:pt x="112454" y="162716"/>
                      <a:pt x="114300" y="161925"/>
                    </a:cubicBezTo>
                    <a:cubicBezTo>
                      <a:pt x="116910" y="160806"/>
                      <a:pt x="119557" y="159690"/>
                      <a:pt x="121920" y="158115"/>
                    </a:cubicBezTo>
                    <a:cubicBezTo>
                      <a:pt x="135856" y="148824"/>
                      <a:pt x="130798" y="149452"/>
                      <a:pt x="142875" y="133350"/>
                    </a:cubicBezTo>
                    <a:cubicBezTo>
                      <a:pt x="144780" y="130810"/>
                      <a:pt x="146873" y="128401"/>
                      <a:pt x="148590" y="125730"/>
                    </a:cubicBezTo>
                    <a:cubicBezTo>
                      <a:pt x="152594" y="119501"/>
                      <a:pt x="160020" y="106680"/>
                      <a:pt x="160020" y="106680"/>
                    </a:cubicBezTo>
                    <a:cubicBezTo>
                      <a:pt x="161733" y="99830"/>
                      <a:pt x="162621" y="96790"/>
                      <a:pt x="163830" y="89535"/>
                    </a:cubicBezTo>
                    <a:cubicBezTo>
                      <a:pt x="164568" y="85106"/>
                      <a:pt x="165100" y="80645"/>
                      <a:pt x="165735" y="76200"/>
                    </a:cubicBezTo>
                    <a:cubicBezTo>
                      <a:pt x="165100" y="55245"/>
                      <a:pt x="164993" y="34267"/>
                      <a:pt x="163830" y="13335"/>
                    </a:cubicBezTo>
                    <a:cubicBezTo>
                      <a:pt x="163719" y="11330"/>
                      <a:pt x="162716" y="9466"/>
                      <a:pt x="161925" y="7620"/>
                    </a:cubicBezTo>
                    <a:cubicBezTo>
                      <a:pt x="160806" y="5010"/>
                      <a:pt x="158115" y="0"/>
                      <a:pt x="158115" y="0"/>
                    </a:cubicBez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82E6DA17-B740-4948-A6FE-EF488FE65972}"/>
                  </a:ext>
                </a:extLst>
              </p:cNvPr>
              <p:cNvSpPr/>
              <p:nvPr/>
            </p:nvSpPr>
            <p:spPr>
              <a:xfrm rot="61165">
                <a:off x="7452524" y="3851482"/>
                <a:ext cx="99060" cy="64770"/>
              </a:xfrm>
              <a:custGeom>
                <a:avLst/>
                <a:gdLst>
                  <a:gd name="connsiteX0" fmla="*/ 0 w 99060"/>
                  <a:gd name="connsiteY0" fmla="*/ 30480 h 64770"/>
                  <a:gd name="connsiteX1" fmla="*/ 9525 w 99060"/>
                  <a:gd name="connsiteY1" fmla="*/ 40005 h 64770"/>
                  <a:gd name="connsiteX2" fmla="*/ 13335 w 99060"/>
                  <a:gd name="connsiteY2" fmla="*/ 45720 h 64770"/>
                  <a:gd name="connsiteX3" fmla="*/ 24765 w 99060"/>
                  <a:gd name="connsiteY3" fmla="*/ 51435 h 64770"/>
                  <a:gd name="connsiteX4" fmla="*/ 32385 w 99060"/>
                  <a:gd name="connsiteY4" fmla="*/ 55245 h 64770"/>
                  <a:gd name="connsiteX5" fmla="*/ 49530 w 99060"/>
                  <a:gd name="connsiteY5" fmla="*/ 60960 h 64770"/>
                  <a:gd name="connsiteX6" fmla="*/ 60960 w 99060"/>
                  <a:gd name="connsiteY6" fmla="*/ 64770 h 64770"/>
                  <a:gd name="connsiteX7" fmla="*/ 66675 w 99060"/>
                  <a:gd name="connsiteY7" fmla="*/ 62865 h 64770"/>
                  <a:gd name="connsiteX8" fmla="*/ 72390 w 99060"/>
                  <a:gd name="connsiteY8" fmla="*/ 55245 h 64770"/>
                  <a:gd name="connsiteX9" fmla="*/ 74295 w 99060"/>
                  <a:gd name="connsiteY9" fmla="*/ 49530 h 64770"/>
                  <a:gd name="connsiteX10" fmla="*/ 78105 w 99060"/>
                  <a:gd name="connsiteY10" fmla="*/ 40005 h 64770"/>
                  <a:gd name="connsiteX11" fmla="*/ 83820 w 99060"/>
                  <a:gd name="connsiteY11" fmla="*/ 32385 h 64770"/>
                  <a:gd name="connsiteX12" fmla="*/ 85725 w 99060"/>
                  <a:gd name="connsiteY12" fmla="*/ 24765 h 64770"/>
                  <a:gd name="connsiteX13" fmla="*/ 89535 w 99060"/>
                  <a:gd name="connsiteY13" fmla="*/ 19050 h 64770"/>
                  <a:gd name="connsiteX14" fmla="*/ 99060 w 99060"/>
                  <a:gd name="connsiteY14" fmla="*/ 0 h 64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9060" h="64770">
                    <a:moveTo>
                      <a:pt x="0" y="30480"/>
                    </a:moveTo>
                    <a:cubicBezTo>
                      <a:pt x="3175" y="33655"/>
                      <a:pt x="6568" y="36626"/>
                      <a:pt x="9525" y="40005"/>
                    </a:cubicBezTo>
                    <a:cubicBezTo>
                      <a:pt x="11033" y="41728"/>
                      <a:pt x="11716" y="44101"/>
                      <a:pt x="13335" y="45720"/>
                    </a:cubicBezTo>
                    <a:cubicBezTo>
                      <a:pt x="17911" y="50296"/>
                      <a:pt x="19342" y="49111"/>
                      <a:pt x="24765" y="51435"/>
                    </a:cubicBezTo>
                    <a:cubicBezTo>
                      <a:pt x="27375" y="52554"/>
                      <a:pt x="29790" y="54092"/>
                      <a:pt x="32385" y="55245"/>
                    </a:cubicBezTo>
                    <a:cubicBezTo>
                      <a:pt x="45607" y="61121"/>
                      <a:pt x="37623" y="57388"/>
                      <a:pt x="49530" y="60960"/>
                    </a:cubicBezTo>
                    <a:cubicBezTo>
                      <a:pt x="53377" y="62114"/>
                      <a:pt x="60960" y="64770"/>
                      <a:pt x="60960" y="64770"/>
                    </a:cubicBezTo>
                    <a:cubicBezTo>
                      <a:pt x="62865" y="64135"/>
                      <a:pt x="65132" y="64151"/>
                      <a:pt x="66675" y="62865"/>
                    </a:cubicBezTo>
                    <a:cubicBezTo>
                      <a:pt x="69114" y="60832"/>
                      <a:pt x="70815" y="58002"/>
                      <a:pt x="72390" y="55245"/>
                    </a:cubicBezTo>
                    <a:cubicBezTo>
                      <a:pt x="73386" y="53502"/>
                      <a:pt x="73590" y="51410"/>
                      <a:pt x="74295" y="49530"/>
                    </a:cubicBezTo>
                    <a:cubicBezTo>
                      <a:pt x="75496" y="46328"/>
                      <a:pt x="76444" y="42994"/>
                      <a:pt x="78105" y="40005"/>
                    </a:cubicBezTo>
                    <a:cubicBezTo>
                      <a:pt x="79647" y="37230"/>
                      <a:pt x="81915" y="34925"/>
                      <a:pt x="83820" y="32385"/>
                    </a:cubicBezTo>
                    <a:cubicBezTo>
                      <a:pt x="84455" y="29845"/>
                      <a:pt x="84694" y="27171"/>
                      <a:pt x="85725" y="24765"/>
                    </a:cubicBezTo>
                    <a:cubicBezTo>
                      <a:pt x="86627" y="22661"/>
                      <a:pt x="88439" y="21060"/>
                      <a:pt x="89535" y="19050"/>
                    </a:cubicBezTo>
                    <a:lnTo>
                      <a:pt x="9906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32807647-4CA1-4678-9637-F5C543FBF65E}"/>
                </a:ext>
              </a:extLst>
            </p:cNvPr>
            <p:cNvGrpSpPr/>
            <p:nvPr/>
          </p:nvGrpSpPr>
          <p:grpSpPr>
            <a:xfrm rot="2270636">
              <a:off x="7503499" y="1886185"/>
              <a:ext cx="278183" cy="286009"/>
              <a:chOff x="7264463" y="3601839"/>
              <a:chExt cx="278183" cy="286009"/>
            </a:xfrm>
          </p:grpSpPr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D6753427-DDB2-45C3-A5E0-EB57269177E9}"/>
                  </a:ext>
                </a:extLst>
              </p:cNvPr>
              <p:cNvSpPr/>
              <p:nvPr/>
            </p:nvSpPr>
            <p:spPr>
              <a:xfrm rot="16795095">
                <a:off x="7275496" y="3590806"/>
                <a:ext cx="236568" cy="258633"/>
              </a:xfrm>
              <a:custGeom>
                <a:avLst/>
                <a:gdLst>
                  <a:gd name="connsiteX0" fmla="*/ 0 w 165735"/>
                  <a:gd name="connsiteY0" fmla="*/ 194310 h 194310"/>
                  <a:gd name="connsiteX1" fmla="*/ 47625 w 165735"/>
                  <a:gd name="connsiteY1" fmla="*/ 192405 h 194310"/>
                  <a:gd name="connsiteX2" fmla="*/ 74295 w 165735"/>
                  <a:gd name="connsiteY2" fmla="*/ 184785 h 194310"/>
                  <a:gd name="connsiteX3" fmla="*/ 80010 w 165735"/>
                  <a:gd name="connsiteY3" fmla="*/ 182880 h 194310"/>
                  <a:gd name="connsiteX4" fmla="*/ 102870 w 165735"/>
                  <a:gd name="connsiteY4" fmla="*/ 169545 h 194310"/>
                  <a:gd name="connsiteX5" fmla="*/ 108585 w 165735"/>
                  <a:gd name="connsiteY5" fmla="*/ 163830 h 194310"/>
                  <a:gd name="connsiteX6" fmla="*/ 114300 w 165735"/>
                  <a:gd name="connsiteY6" fmla="*/ 161925 h 194310"/>
                  <a:gd name="connsiteX7" fmla="*/ 121920 w 165735"/>
                  <a:gd name="connsiteY7" fmla="*/ 158115 h 194310"/>
                  <a:gd name="connsiteX8" fmla="*/ 142875 w 165735"/>
                  <a:gd name="connsiteY8" fmla="*/ 133350 h 194310"/>
                  <a:gd name="connsiteX9" fmla="*/ 148590 w 165735"/>
                  <a:gd name="connsiteY9" fmla="*/ 125730 h 194310"/>
                  <a:gd name="connsiteX10" fmla="*/ 160020 w 165735"/>
                  <a:gd name="connsiteY10" fmla="*/ 106680 h 194310"/>
                  <a:gd name="connsiteX11" fmla="*/ 163830 w 165735"/>
                  <a:gd name="connsiteY11" fmla="*/ 89535 h 194310"/>
                  <a:gd name="connsiteX12" fmla="*/ 165735 w 165735"/>
                  <a:gd name="connsiteY12" fmla="*/ 76200 h 194310"/>
                  <a:gd name="connsiteX13" fmla="*/ 163830 w 165735"/>
                  <a:gd name="connsiteY13" fmla="*/ 13335 h 194310"/>
                  <a:gd name="connsiteX14" fmla="*/ 161925 w 165735"/>
                  <a:gd name="connsiteY14" fmla="*/ 7620 h 194310"/>
                  <a:gd name="connsiteX15" fmla="*/ 158115 w 165735"/>
                  <a:gd name="connsiteY15" fmla="*/ 0 h 194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65735" h="194310">
                    <a:moveTo>
                      <a:pt x="0" y="194310"/>
                    </a:moveTo>
                    <a:cubicBezTo>
                      <a:pt x="15875" y="193675"/>
                      <a:pt x="31772" y="193462"/>
                      <a:pt x="47625" y="192405"/>
                    </a:cubicBezTo>
                    <a:cubicBezTo>
                      <a:pt x="55341" y="191891"/>
                      <a:pt x="68434" y="186739"/>
                      <a:pt x="74295" y="184785"/>
                    </a:cubicBezTo>
                    <a:lnTo>
                      <a:pt x="80010" y="182880"/>
                    </a:lnTo>
                    <a:cubicBezTo>
                      <a:pt x="89491" y="179720"/>
                      <a:pt x="93462" y="178953"/>
                      <a:pt x="102870" y="169545"/>
                    </a:cubicBezTo>
                    <a:cubicBezTo>
                      <a:pt x="104775" y="167640"/>
                      <a:pt x="106343" y="165324"/>
                      <a:pt x="108585" y="163830"/>
                    </a:cubicBezTo>
                    <a:cubicBezTo>
                      <a:pt x="110256" y="162716"/>
                      <a:pt x="112454" y="162716"/>
                      <a:pt x="114300" y="161925"/>
                    </a:cubicBezTo>
                    <a:cubicBezTo>
                      <a:pt x="116910" y="160806"/>
                      <a:pt x="119557" y="159690"/>
                      <a:pt x="121920" y="158115"/>
                    </a:cubicBezTo>
                    <a:cubicBezTo>
                      <a:pt x="135856" y="148824"/>
                      <a:pt x="130798" y="149452"/>
                      <a:pt x="142875" y="133350"/>
                    </a:cubicBezTo>
                    <a:cubicBezTo>
                      <a:pt x="144780" y="130810"/>
                      <a:pt x="146873" y="128401"/>
                      <a:pt x="148590" y="125730"/>
                    </a:cubicBezTo>
                    <a:cubicBezTo>
                      <a:pt x="152594" y="119501"/>
                      <a:pt x="160020" y="106680"/>
                      <a:pt x="160020" y="106680"/>
                    </a:cubicBezTo>
                    <a:cubicBezTo>
                      <a:pt x="161733" y="99830"/>
                      <a:pt x="162621" y="96790"/>
                      <a:pt x="163830" y="89535"/>
                    </a:cubicBezTo>
                    <a:cubicBezTo>
                      <a:pt x="164568" y="85106"/>
                      <a:pt x="165100" y="80645"/>
                      <a:pt x="165735" y="76200"/>
                    </a:cubicBezTo>
                    <a:cubicBezTo>
                      <a:pt x="165100" y="55245"/>
                      <a:pt x="164993" y="34267"/>
                      <a:pt x="163830" y="13335"/>
                    </a:cubicBezTo>
                    <a:cubicBezTo>
                      <a:pt x="163719" y="11330"/>
                      <a:pt x="162716" y="9466"/>
                      <a:pt x="161925" y="7620"/>
                    </a:cubicBezTo>
                    <a:cubicBezTo>
                      <a:pt x="160806" y="5010"/>
                      <a:pt x="158115" y="0"/>
                      <a:pt x="158115" y="0"/>
                    </a:cubicBez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1DD11A7F-7E8B-483C-9DCE-004AE7609BA9}"/>
                  </a:ext>
                </a:extLst>
              </p:cNvPr>
              <p:cNvSpPr/>
              <p:nvPr/>
            </p:nvSpPr>
            <p:spPr>
              <a:xfrm rot="1409602">
                <a:off x="7443586" y="3823078"/>
                <a:ext cx="99060" cy="64770"/>
              </a:xfrm>
              <a:custGeom>
                <a:avLst/>
                <a:gdLst>
                  <a:gd name="connsiteX0" fmla="*/ 0 w 99060"/>
                  <a:gd name="connsiteY0" fmla="*/ 30480 h 64770"/>
                  <a:gd name="connsiteX1" fmla="*/ 9525 w 99060"/>
                  <a:gd name="connsiteY1" fmla="*/ 40005 h 64770"/>
                  <a:gd name="connsiteX2" fmla="*/ 13335 w 99060"/>
                  <a:gd name="connsiteY2" fmla="*/ 45720 h 64770"/>
                  <a:gd name="connsiteX3" fmla="*/ 24765 w 99060"/>
                  <a:gd name="connsiteY3" fmla="*/ 51435 h 64770"/>
                  <a:gd name="connsiteX4" fmla="*/ 32385 w 99060"/>
                  <a:gd name="connsiteY4" fmla="*/ 55245 h 64770"/>
                  <a:gd name="connsiteX5" fmla="*/ 49530 w 99060"/>
                  <a:gd name="connsiteY5" fmla="*/ 60960 h 64770"/>
                  <a:gd name="connsiteX6" fmla="*/ 60960 w 99060"/>
                  <a:gd name="connsiteY6" fmla="*/ 64770 h 64770"/>
                  <a:gd name="connsiteX7" fmla="*/ 66675 w 99060"/>
                  <a:gd name="connsiteY7" fmla="*/ 62865 h 64770"/>
                  <a:gd name="connsiteX8" fmla="*/ 72390 w 99060"/>
                  <a:gd name="connsiteY8" fmla="*/ 55245 h 64770"/>
                  <a:gd name="connsiteX9" fmla="*/ 74295 w 99060"/>
                  <a:gd name="connsiteY9" fmla="*/ 49530 h 64770"/>
                  <a:gd name="connsiteX10" fmla="*/ 78105 w 99060"/>
                  <a:gd name="connsiteY10" fmla="*/ 40005 h 64770"/>
                  <a:gd name="connsiteX11" fmla="*/ 83820 w 99060"/>
                  <a:gd name="connsiteY11" fmla="*/ 32385 h 64770"/>
                  <a:gd name="connsiteX12" fmla="*/ 85725 w 99060"/>
                  <a:gd name="connsiteY12" fmla="*/ 24765 h 64770"/>
                  <a:gd name="connsiteX13" fmla="*/ 89535 w 99060"/>
                  <a:gd name="connsiteY13" fmla="*/ 19050 h 64770"/>
                  <a:gd name="connsiteX14" fmla="*/ 99060 w 99060"/>
                  <a:gd name="connsiteY14" fmla="*/ 0 h 64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9060" h="64770">
                    <a:moveTo>
                      <a:pt x="0" y="30480"/>
                    </a:moveTo>
                    <a:cubicBezTo>
                      <a:pt x="3175" y="33655"/>
                      <a:pt x="6568" y="36626"/>
                      <a:pt x="9525" y="40005"/>
                    </a:cubicBezTo>
                    <a:cubicBezTo>
                      <a:pt x="11033" y="41728"/>
                      <a:pt x="11716" y="44101"/>
                      <a:pt x="13335" y="45720"/>
                    </a:cubicBezTo>
                    <a:cubicBezTo>
                      <a:pt x="17911" y="50296"/>
                      <a:pt x="19342" y="49111"/>
                      <a:pt x="24765" y="51435"/>
                    </a:cubicBezTo>
                    <a:cubicBezTo>
                      <a:pt x="27375" y="52554"/>
                      <a:pt x="29790" y="54092"/>
                      <a:pt x="32385" y="55245"/>
                    </a:cubicBezTo>
                    <a:cubicBezTo>
                      <a:pt x="45607" y="61121"/>
                      <a:pt x="37623" y="57388"/>
                      <a:pt x="49530" y="60960"/>
                    </a:cubicBezTo>
                    <a:cubicBezTo>
                      <a:pt x="53377" y="62114"/>
                      <a:pt x="60960" y="64770"/>
                      <a:pt x="60960" y="64770"/>
                    </a:cubicBezTo>
                    <a:cubicBezTo>
                      <a:pt x="62865" y="64135"/>
                      <a:pt x="65132" y="64151"/>
                      <a:pt x="66675" y="62865"/>
                    </a:cubicBezTo>
                    <a:cubicBezTo>
                      <a:pt x="69114" y="60832"/>
                      <a:pt x="70815" y="58002"/>
                      <a:pt x="72390" y="55245"/>
                    </a:cubicBezTo>
                    <a:cubicBezTo>
                      <a:pt x="73386" y="53502"/>
                      <a:pt x="73590" y="51410"/>
                      <a:pt x="74295" y="49530"/>
                    </a:cubicBezTo>
                    <a:cubicBezTo>
                      <a:pt x="75496" y="46328"/>
                      <a:pt x="76444" y="42994"/>
                      <a:pt x="78105" y="40005"/>
                    </a:cubicBezTo>
                    <a:cubicBezTo>
                      <a:pt x="79647" y="37230"/>
                      <a:pt x="81915" y="34925"/>
                      <a:pt x="83820" y="32385"/>
                    </a:cubicBezTo>
                    <a:cubicBezTo>
                      <a:pt x="84455" y="29845"/>
                      <a:pt x="84694" y="27171"/>
                      <a:pt x="85725" y="24765"/>
                    </a:cubicBezTo>
                    <a:cubicBezTo>
                      <a:pt x="86627" y="22661"/>
                      <a:pt x="88439" y="21060"/>
                      <a:pt x="89535" y="19050"/>
                    </a:cubicBezTo>
                    <a:lnTo>
                      <a:pt x="99060" y="0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71BB36A9-6F98-476C-856B-9DF80696F760}"/>
                </a:ext>
              </a:extLst>
            </p:cNvPr>
            <p:cNvSpPr/>
            <p:nvPr/>
          </p:nvSpPr>
          <p:spPr>
            <a:xfrm>
              <a:off x="4676250" y="4870262"/>
              <a:ext cx="405116" cy="30777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vi-VN" sz="1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  <a:r>
                <a:rPr lang="en-US" sz="1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  <a:endParaRPr lang="vi-V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3F7711F2-5B95-42E0-9988-65F57836D9F6}"/>
                </a:ext>
              </a:extLst>
            </p:cNvPr>
            <p:cNvSpPr/>
            <p:nvPr/>
          </p:nvSpPr>
          <p:spPr>
            <a:xfrm>
              <a:off x="5384929" y="3219686"/>
              <a:ext cx="405671" cy="30777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vi-VN" sz="1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  <a:r>
                <a:rPr lang="en-US" sz="1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3</a:t>
              </a:r>
              <a:endParaRPr lang="vi-V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1B7321CC-3108-45DE-9977-4E3F80C8500E}"/>
                </a:ext>
              </a:extLst>
            </p:cNvPr>
            <p:cNvSpPr/>
            <p:nvPr/>
          </p:nvSpPr>
          <p:spPr>
            <a:xfrm>
              <a:off x="5913568" y="2157435"/>
              <a:ext cx="474491" cy="30777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vi-VN" sz="1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  <a:r>
                <a:rPr lang="en-US" sz="1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4</a:t>
              </a:r>
              <a:endParaRPr lang="vi-V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7D9027F8-56A0-4F81-AE50-209B6A423B75}"/>
                </a:ext>
              </a:extLst>
            </p:cNvPr>
            <p:cNvSpPr/>
            <p:nvPr/>
          </p:nvSpPr>
          <p:spPr>
            <a:xfrm>
              <a:off x="7312266" y="2143497"/>
              <a:ext cx="439938" cy="30777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vi-VN" sz="1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  <a:r>
                <a:rPr lang="en-US" sz="1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5</a:t>
              </a:r>
              <a:endParaRPr lang="vi-V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175" name="Straight Arrow Connector 174">
              <a:extLst>
                <a:ext uri="{FF2B5EF4-FFF2-40B4-BE49-F238E27FC236}">
                  <a16:creationId xmlns:a16="http://schemas.microsoft.com/office/drawing/2014/main" id="{255A829A-C0D5-479B-A80C-5115ECE782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53671" y="5319767"/>
              <a:ext cx="691218" cy="1775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6" name="Straight Arrow Connector 175">
              <a:extLst>
                <a:ext uri="{FF2B5EF4-FFF2-40B4-BE49-F238E27FC236}">
                  <a16:creationId xmlns:a16="http://schemas.microsoft.com/office/drawing/2014/main" id="{4D6EAAE5-A06C-4F2C-AC38-BD62D3691C5F}"/>
                </a:ext>
              </a:extLst>
            </p:cNvPr>
            <p:cNvCxnSpPr>
              <a:cxnSpLocks/>
            </p:cNvCxnSpPr>
            <p:nvPr/>
          </p:nvCxnSpPr>
          <p:spPr>
            <a:xfrm>
              <a:off x="4568061" y="3759995"/>
              <a:ext cx="557475" cy="52480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7" name="Straight Arrow Connector 176">
              <a:extLst>
                <a:ext uri="{FF2B5EF4-FFF2-40B4-BE49-F238E27FC236}">
                  <a16:creationId xmlns:a16="http://schemas.microsoft.com/office/drawing/2014/main" id="{CF21F222-7FD9-46EA-B05E-7DA5575C77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16039" y="2354653"/>
              <a:ext cx="388099" cy="2519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8" name="Straight Arrow Connector 177">
              <a:extLst>
                <a:ext uri="{FF2B5EF4-FFF2-40B4-BE49-F238E27FC236}">
                  <a16:creationId xmlns:a16="http://schemas.microsoft.com/office/drawing/2014/main" id="{EA9E4174-D687-4428-868D-A882E8834338}"/>
                </a:ext>
              </a:extLst>
            </p:cNvPr>
            <p:cNvCxnSpPr>
              <a:cxnSpLocks/>
            </p:cNvCxnSpPr>
            <p:nvPr/>
          </p:nvCxnSpPr>
          <p:spPr>
            <a:xfrm>
              <a:off x="6604019" y="2044522"/>
              <a:ext cx="294415" cy="60091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9" name="Straight Arrow Connector 178">
              <a:extLst>
                <a:ext uri="{FF2B5EF4-FFF2-40B4-BE49-F238E27FC236}">
                  <a16:creationId xmlns:a16="http://schemas.microsoft.com/office/drawing/2014/main" id="{F9F3605E-E3CB-49D4-8101-53893BF9E290}"/>
                </a:ext>
              </a:extLst>
            </p:cNvPr>
            <p:cNvCxnSpPr>
              <a:cxnSpLocks/>
            </p:cNvCxnSpPr>
            <p:nvPr/>
          </p:nvCxnSpPr>
          <p:spPr>
            <a:xfrm>
              <a:off x="7889996" y="2017530"/>
              <a:ext cx="59789" cy="69376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D75ABF26-88BA-43A8-A8DA-ED922BDDF070}"/>
                </a:ext>
              </a:extLst>
            </p:cNvPr>
            <p:cNvSpPr txBox="1"/>
            <p:nvPr/>
          </p:nvSpPr>
          <p:spPr>
            <a:xfrm>
              <a:off x="5074161" y="4193547"/>
              <a:ext cx="7768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400" b="1" dirty="0"/>
                <a:t>Khâu </a:t>
              </a:r>
              <a:r>
                <a:rPr lang="en-US" sz="1400" b="1" dirty="0"/>
                <a:t>2</a:t>
              </a: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83FC808A-0032-4681-B6DA-D09ED5FE2055}"/>
                </a:ext>
              </a:extLst>
            </p:cNvPr>
            <p:cNvSpPr txBox="1"/>
            <p:nvPr/>
          </p:nvSpPr>
          <p:spPr>
            <a:xfrm>
              <a:off x="4789731" y="2202950"/>
              <a:ext cx="7774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400" b="1" dirty="0"/>
                <a:t>Khâu </a:t>
              </a:r>
              <a:r>
                <a:rPr lang="en-US" sz="1400" b="1" dirty="0"/>
                <a:t>3</a:t>
              </a: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36EA3C34-A495-4576-B663-E5152A100482}"/>
                </a:ext>
              </a:extLst>
            </p:cNvPr>
            <p:cNvSpPr txBox="1"/>
            <p:nvPr/>
          </p:nvSpPr>
          <p:spPr>
            <a:xfrm>
              <a:off x="6694083" y="2637791"/>
              <a:ext cx="7974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400" b="1" dirty="0"/>
                <a:t>Khâu </a:t>
              </a:r>
              <a:r>
                <a:rPr lang="en-US" sz="1400" b="1" dirty="0"/>
                <a:t>4</a:t>
              </a: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1679A63D-AF38-4D1F-A197-D60443C9B9FF}"/>
                </a:ext>
              </a:extLst>
            </p:cNvPr>
            <p:cNvSpPr txBox="1"/>
            <p:nvPr/>
          </p:nvSpPr>
          <p:spPr>
            <a:xfrm>
              <a:off x="7572025" y="2672786"/>
              <a:ext cx="7969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400" b="1" dirty="0"/>
                <a:t>Khâu </a:t>
              </a:r>
              <a:r>
                <a:rPr lang="en-US" sz="1400" b="1" dirty="0"/>
                <a:t>5</a:t>
              </a:r>
            </a:p>
          </p:txBody>
        </p:sp>
        <p:cxnSp>
          <p:nvCxnSpPr>
            <p:cNvPr id="185" name="Straight Arrow Connector 184">
              <a:extLst>
                <a:ext uri="{FF2B5EF4-FFF2-40B4-BE49-F238E27FC236}">
                  <a16:creationId xmlns:a16="http://schemas.microsoft.com/office/drawing/2014/main" id="{3ED897EF-2645-4BD3-B2F3-A4C347ADE2B4}"/>
                </a:ext>
              </a:extLst>
            </p:cNvPr>
            <p:cNvCxnSpPr>
              <a:cxnSpLocks/>
            </p:cNvCxnSpPr>
            <p:nvPr/>
          </p:nvCxnSpPr>
          <p:spPr>
            <a:xfrm>
              <a:off x="4568062" y="2986972"/>
              <a:ext cx="1236387" cy="0"/>
            </a:xfrm>
            <a:prstGeom prst="straightConnector1">
              <a:avLst/>
            </a:prstGeom>
            <a:ln w="127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>
              <a:extLst>
                <a:ext uri="{FF2B5EF4-FFF2-40B4-BE49-F238E27FC236}">
                  <a16:creationId xmlns:a16="http://schemas.microsoft.com/office/drawing/2014/main" id="{28796931-3E60-4FED-A241-BF87EC4F21B4}"/>
                </a:ext>
              </a:extLst>
            </p:cNvPr>
            <p:cNvCxnSpPr>
              <a:cxnSpLocks/>
            </p:cNvCxnSpPr>
            <p:nvPr/>
          </p:nvCxnSpPr>
          <p:spPr>
            <a:xfrm>
              <a:off x="5878365" y="1777650"/>
              <a:ext cx="1351394" cy="0"/>
            </a:xfrm>
            <a:prstGeom prst="straightConnector1">
              <a:avLst/>
            </a:prstGeom>
            <a:ln w="127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Arrow Connector 186">
              <a:extLst>
                <a:ext uri="{FF2B5EF4-FFF2-40B4-BE49-F238E27FC236}">
                  <a16:creationId xmlns:a16="http://schemas.microsoft.com/office/drawing/2014/main" id="{8D929D15-4966-41CC-AA17-91BFB87AA4E5}"/>
                </a:ext>
              </a:extLst>
            </p:cNvPr>
            <p:cNvCxnSpPr>
              <a:cxnSpLocks/>
            </p:cNvCxnSpPr>
            <p:nvPr/>
          </p:nvCxnSpPr>
          <p:spPr>
            <a:xfrm>
              <a:off x="7300667" y="1775527"/>
              <a:ext cx="990869" cy="0"/>
            </a:xfrm>
            <a:prstGeom prst="straightConnector1">
              <a:avLst/>
            </a:prstGeom>
            <a:ln w="127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68A76B38-2DD9-4041-BCC0-9E5E86336D8B}"/>
                </a:ext>
              </a:extLst>
            </p:cNvPr>
            <p:cNvSpPr/>
            <p:nvPr/>
          </p:nvSpPr>
          <p:spPr>
            <a:xfrm>
              <a:off x="3870429" y="4117182"/>
              <a:ext cx="443520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L2</a:t>
              </a:r>
              <a:endPara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176787D7-3BE2-4E59-8C6F-109EF863BB31}"/>
                </a:ext>
              </a:extLst>
            </p:cNvPr>
            <p:cNvSpPr/>
            <p:nvPr/>
          </p:nvSpPr>
          <p:spPr>
            <a:xfrm>
              <a:off x="4898627" y="2711299"/>
              <a:ext cx="443520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a2</a:t>
              </a:r>
              <a:endPara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C58977E2-87AA-4E8D-9CC8-961108D843EC}"/>
                </a:ext>
              </a:extLst>
            </p:cNvPr>
            <p:cNvSpPr/>
            <p:nvPr/>
          </p:nvSpPr>
          <p:spPr>
            <a:xfrm>
              <a:off x="6367705" y="2805265"/>
              <a:ext cx="443520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L3</a:t>
              </a:r>
              <a:endPara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66E8FC2F-AA60-43A4-886B-F8AB21F5C16C}"/>
                </a:ext>
              </a:extLst>
            </p:cNvPr>
            <p:cNvSpPr/>
            <p:nvPr/>
          </p:nvSpPr>
          <p:spPr>
            <a:xfrm>
              <a:off x="7554329" y="1506351"/>
              <a:ext cx="443520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L5</a:t>
              </a:r>
              <a:endPara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342" name="Left Bracket 341">
            <a:extLst>
              <a:ext uri="{FF2B5EF4-FFF2-40B4-BE49-F238E27FC236}">
                <a16:creationId xmlns:a16="http://schemas.microsoft.com/office/drawing/2014/main" id="{A38361A7-5989-4583-909E-D512B3D26F97}"/>
              </a:ext>
            </a:extLst>
          </p:cNvPr>
          <p:cNvSpPr/>
          <p:nvPr/>
        </p:nvSpPr>
        <p:spPr>
          <a:xfrm>
            <a:off x="7319779" y="1184516"/>
            <a:ext cx="234573" cy="289552"/>
          </a:xfrm>
          <a:prstGeom prst="leftBracke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BE4800F-99CD-4753-9939-59E0D451E244}"/>
              </a:ext>
            </a:extLst>
          </p:cNvPr>
          <p:cNvCxnSpPr/>
          <p:nvPr/>
        </p:nvCxnSpPr>
        <p:spPr>
          <a:xfrm>
            <a:off x="3476260" y="5398177"/>
            <a:ext cx="3522558" cy="0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3" name="Rectangle 342">
            <a:extLst>
              <a:ext uri="{FF2B5EF4-FFF2-40B4-BE49-F238E27FC236}">
                <a16:creationId xmlns:a16="http://schemas.microsoft.com/office/drawing/2014/main" id="{2D796994-6613-4F09-9A41-514AD22108C8}"/>
              </a:ext>
            </a:extLst>
          </p:cNvPr>
          <p:cNvSpPr/>
          <p:nvPr/>
        </p:nvSpPr>
        <p:spPr>
          <a:xfrm>
            <a:off x="4963856" y="5127464"/>
            <a:ext cx="443520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L1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1613D76-D1CB-465A-9065-6A197BFCE1AE}"/>
              </a:ext>
            </a:extLst>
          </p:cNvPr>
          <p:cNvCxnSpPr/>
          <p:nvPr/>
        </p:nvCxnSpPr>
        <p:spPr>
          <a:xfrm>
            <a:off x="4423148" y="2412385"/>
            <a:ext cx="0" cy="2446509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7FBD112-B542-4F46-9CFB-D8C3B876EEFD}"/>
              </a:ext>
            </a:extLst>
          </p:cNvPr>
          <p:cNvCxnSpPr/>
          <p:nvPr/>
        </p:nvCxnSpPr>
        <p:spPr>
          <a:xfrm flipH="1">
            <a:off x="6557227" y="1390603"/>
            <a:ext cx="12437" cy="1744570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" name="Rectangle 343">
            <a:extLst>
              <a:ext uri="{FF2B5EF4-FFF2-40B4-BE49-F238E27FC236}">
                <a16:creationId xmlns:a16="http://schemas.microsoft.com/office/drawing/2014/main" id="{CA42A223-E274-436A-8A9A-223B0919EBC6}"/>
              </a:ext>
            </a:extLst>
          </p:cNvPr>
          <p:cNvSpPr/>
          <p:nvPr/>
        </p:nvSpPr>
        <p:spPr>
          <a:xfrm>
            <a:off x="6493227" y="824386"/>
            <a:ext cx="443520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L4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88513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3A86ED-D411-42CB-A478-BD4E9869FE45}"/>
              </a:ext>
            </a:extLst>
          </p:cNvPr>
          <p:cNvSpPr txBox="1"/>
          <p:nvPr/>
        </p:nvSpPr>
        <p:spPr>
          <a:xfrm>
            <a:off x="4487010" y="5460256"/>
            <a:ext cx="452008" cy="31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vi-VN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O2</a:t>
            </a:r>
            <a:endParaRPr lang="en-SG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517A3B-12D8-4FCC-AF63-169D00B5A90A}"/>
              </a:ext>
            </a:extLst>
          </p:cNvPr>
          <p:cNvSpPr txBox="1"/>
          <p:nvPr/>
        </p:nvSpPr>
        <p:spPr>
          <a:xfrm>
            <a:off x="8778100" y="792856"/>
            <a:ext cx="426634" cy="312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vi-VN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endParaRPr lang="en-SG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9D4F02-1869-415F-840E-63339CF3B520}"/>
              </a:ext>
            </a:extLst>
          </p:cNvPr>
          <p:cNvSpPr/>
          <p:nvPr/>
        </p:nvSpPr>
        <p:spPr>
          <a:xfrm>
            <a:off x="5728007" y="5749318"/>
            <a:ext cx="539580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5CBD574-EDB6-4528-8F4F-1B7CA9C6EC98}"/>
              </a:ext>
            </a:extLst>
          </p:cNvPr>
          <p:cNvSpPr/>
          <p:nvPr/>
        </p:nvSpPr>
        <p:spPr>
          <a:xfrm>
            <a:off x="6018448" y="1597143"/>
            <a:ext cx="93475" cy="93475"/>
          </a:xfrm>
          <a:prstGeom prst="ellipse">
            <a:avLst/>
          </a:prstGeom>
          <a:ln w="254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603E92F-9A98-44EE-B3A1-92DA500C21BF}"/>
              </a:ext>
            </a:extLst>
          </p:cNvPr>
          <p:cNvGrpSpPr/>
          <p:nvPr/>
        </p:nvGrpSpPr>
        <p:grpSpPr>
          <a:xfrm rot="10800000">
            <a:off x="4517513" y="5245417"/>
            <a:ext cx="391005" cy="225791"/>
            <a:chOff x="5629680" y="3899949"/>
            <a:chExt cx="238760" cy="225791"/>
          </a:xfrm>
        </p:grpSpPr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92616CE1-4416-4C68-8117-8D88CCFA9B52}"/>
                </a:ext>
              </a:extLst>
            </p:cNvPr>
            <p:cNvCxnSpPr>
              <a:cxnSpLocks/>
            </p:cNvCxnSpPr>
            <p:nvPr/>
          </p:nvCxnSpPr>
          <p:spPr>
            <a:xfrm>
              <a:off x="5629680" y="4125740"/>
              <a:ext cx="238760" cy="0"/>
            </a:xfrm>
            <a:prstGeom prst="line">
              <a:avLst/>
            </a:prstGeom>
            <a:ln w="508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48D9A890-429C-4926-8734-B5FB8EF118C2}"/>
                </a:ext>
              </a:extLst>
            </p:cNvPr>
            <p:cNvCxnSpPr>
              <a:cxnSpLocks/>
            </p:cNvCxnSpPr>
            <p:nvPr/>
          </p:nvCxnSpPr>
          <p:spPr>
            <a:xfrm>
              <a:off x="5629680" y="3899949"/>
              <a:ext cx="238760" cy="0"/>
            </a:xfrm>
            <a:prstGeom prst="line">
              <a:avLst/>
            </a:prstGeom>
            <a:ln w="508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4084D4B-58DF-48C3-B2EA-76CB3E90B86D}"/>
              </a:ext>
            </a:extLst>
          </p:cNvPr>
          <p:cNvGrpSpPr/>
          <p:nvPr/>
        </p:nvGrpSpPr>
        <p:grpSpPr>
          <a:xfrm rot="1312305">
            <a:off x="8670393" y="368981"/>
            <a:ext cx="785355" cy="624595"/>
            <a:chOff x="6303139" y="2596909"/>
            <a:chExt cx="785355" cy="643330"/>
          </a:xfrm>
        </p:grpSpPr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656A9DF9-D27C-4D28-B5BD-BB9E46091B43}"/>
                </a:ext>
              </a:extLst>
            </p:cNvPr>
            <p:cNvCxnSpPr>
              <a:cxnSpLocks/>
            </p:cNvCxnSpPr>
            <p:nvPr/>
          </p:nvCxnSpPr>
          <p:spPr>
            <a:xfrm>
              <a:off x="6439139" y="2957801"/>
              <a:ext cx="144511" cy="180058"/>
            </a:xfrm>
            <a:prstGeom prst="line">
              <a:avLst/>
            </a:prstGeom>
            <a:ln w="349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C9A7EE12-05F9-4F89-B758-015F1D847322}"/>
                </a:ext>
              </a:extLst>
            </p:cNvPr>
            <p:cNvCxnSpPr>
              <a:cxnSpLocks/>
            </p:cNvCxnSpPr>
            <p:nvPr/>
          </p:nvCxnSpPr>
          <p:spPr>
            <a:xfrm rot="19192729">
              <a:off x="6611834" y="2944007"/>
              <a:ext cx="476660" cy="296232"/>
            </a:xfrm>
            <a:prstGeom prst="line">
              <a:avLst/>
            </a:prstGeom>
            <a:ln w="349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A14742A5-62A4-430E-A92C-291C2CEDE7AE}"/>
                </a:ext>
              </a:extLst>
            </p:cNvPr>
            <p:cNvCxnSpPr>
              <a:cxnSpLocks/>
            </p:cNvCxnSpPr>
            <p:nvPr/>
          </p:nvCxnSpPr>
          <p:spPr>
            <a:xfrm rot="19192729" flipV="1">
              <a:off x="6303139" y="2596909"/>
              <a:ext cx="461732" cy="261090"/>
            </a:xfrm>
            <a:prstGeom prst="line">
              <a:avLst/>
            </a:prstGeom>
            <a:ln w="349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2471B7F-CEF4-4E2C-912C-FC7451F546C6}"/>
              </a:ext>
            </a:extLst>
          </p:cNvPr>
          <p:cNvCxnSpPr>
            <a:cxnSpLocks/>
          </p:cNvCxnSpPr>
          <p:nvPr/>
        </p:nvCxnSpPr>
        <p:spPr>
          <a:xfrm rot="16200000">
            <a:off x="6653712" y="5363481"/>
            <a:ext cx="828303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62500AE-EC7E-4A6B-BA50-6831E3E13452}"/>
              </a:ext>
            </a:extLst>
          </p:cNvPr>
          <p:cNvCxnSpPr>
            <a:cxnSpLocks/>
          </p:cNvCxnSpPr>
          <p:nvPr/>
        </p:nvCxnSpPr>
        <p:spPr>
          <a:xfrm>
            <a:off x="7051373" y="5704934"/>
            <a:ext cx="217390" cy="15119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12356EF6-9C41-434D-93CE-079B6D079700}"/>
              </a:ext>
            </a:extLst>
          </p:cNvPr>
          <p:cNvCxnSpPr>
            <a:cxnSpLocks/>
          </p:cNvCxnSpPr>
          <p:nvPr/>
        </p:nvCxnSpPr>
        <p:spPr>
          <a:xfrm>
            <a:off x="7078681" y="5618855"/>
            <a:ext cx="185732" cy="14010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EBD4AA8C-4E34-424A-9E50-635A2925DEF7}"/>
              </a:ext>
            </a:extLst>
          </p:cNvPr>
          <p:cNvCxnSpPr>
            <a:cxnSpLocks/>
          </p:cNvCxnSpPr>
          <p:nvPr/>
        </p:nvCxnSpPr>
        <p:spPr>
          <a:xfrm>
            <a:off x="7066621" y="5502342"/>
            <a:ext cx="197792" cy="15284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3F6B85D-C572-413E-AB42-F986DCB3E24D}"/>
              </a:ext>
            </a:extLst>
          </p:cNvPr>
          <p:cNvCxnSpPr>
            <a:cxnSpLocks/>
          </p:cNvCxnSpPr>
          <p:nvPr/>
        </p:nvCxnSpPr>
        <p:spPr>
          <a:xfrm>
            <a:off x="7078068" y="5398028"/>
            <a:ext cx="186345" cy="14233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4031E0A-0A24-4F86-B629-B710CD85D6B2}"/>
              </a:ext>
            </a:extLst>
          </p:cNvPr>
          <p:cNvCxnSpPr>
            <a:cxnSpLocks/>
          </p:cNvCxnSpPr>
          <p:nvPr/>
        </p:nvCxnSpPr>
        <p:spPr>
          <a:xfrm>
            <a:off x="7071279" y="5279835"/>
            <a:ext cx="193134" cy="15789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B8BCB47C-3A31-4543-8C50-4478FDC92BEB}"/>
              </a:ext>
            </a:extLst>
          </p:cNvPr>
          <p:cNvCxnSpPr>
            <a:cxnSpLocks/>
          </p:cNvCxnSpPr>
          <p:nvPr/>
        </p:nvCxnSpPr>
        <p:spPr>
          <a:xfrm>
            <a:off x="7076198" y="5171158"/>
            <a:ext cx="192565" cy="16355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8BAF1A4E-9FA9-4AB6-A10C-B851337B1370}"/>
              </a:ext>
            </a:extLst>
          </p:cNvPr>
          <p:cNvCxnSpPr>
            <a:cxnSpLocks/>
          </p:cNvCxnSpPr>
          <p:nvPr/>
        </p:nvCxnSpPr>
        <p:spPr>
          <a:xfrm>
            <a:off x="7059529" y="5048888"/>
            <a:ext cx="209234" cy="17478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35C912D-8711-42AE-8C60-98C192C7F54F}"/>
              </a:ext>
            </a:extLst>
          </p:cNvPr>
          <p:cNvCxnSpPr>
            <a:cxnSpLocks/>
          </p:cNvCxnSpPr>
          <p:nvPr/>
        </p:nvCxnSpPr>
        <p:spPr>
          <a:xfrm>
            <a:off x="7086027" y="4958918"/>
            <a:ext cx="186493" cy="15757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AA03094-FFF4-453B-BF53-D2A43D46DC29}"/>
              </a:ext>
            </a:extLst>
          </p:cNvPr>
          <p:cNvCxnSpPr>
            <a:cxnSpLocks/>
          </p:cNvCxnSpPr>
          <p:nvPr/>
        </p:nvCxnSpPr>
        <p:spPr>
          <a:xfrm rot="5400000">
            <a:off x="3031880" y="5387192"/>
            <a:ext cx="828303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25A82F7-F659-45A6-BB82-8DDB9163A791}"/>
              </a:ext>
            </a:extLst>
          </p:cNvPr>
          <p:cNvCxnSpPr>
            <a:cxnSpLocks/>
          </p:cNvCxnSpPr>
          <p:nvPr/>
        </p:nvCxnSpPr>
        <p:spPr>
          <a:xfrm flipH="1">
            <a:off x="3268679" y="4965398"/>
            <a:ext cx="191496" cy="19009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2B9D1D33-B7C6-4F47-86A3-8D7FD714FFC3}"/>
              </a:ext>
            </a:extLst>
          </p:cNvPr>
          <p:cNvCxnSpPr>
            <a:cxnSpLocks/>
          </p:cNvCxnSpPr>
          <p:nvPr/>
        </p:nvCxnSpPr>
        <p:spPr>
          <a:xfrm flipH="1">
            <a:off x="3257498" y="5105749"/>
            <a:ext cx="198834" cy="22362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7EFF21F2-DD63-46D6-88DA-05EDB2559C12}"/>
              </a:ext>
            </a:extLst>
          </p:cNvPr>
          <p:cNvCxnSpPr>
            <a:cxnSpLocks/>
          </p:cNvCxnSpPr>
          <p:nvPr/>
        </p:nvCxnSpPr>
        <p:spPr>
          <a:xfrm flipH="1">
            <a:off x="3257189" y="5257603"/>
            <a:ext cx="192114" cy="22996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AACF412C-345C-493F-ACE9-9BDE4B7A7D5A}"/>
              </a:ext>
            </a:extLst>
          </p:cNvPr>
          <p:cNvCxnSpPr>
            <a:cxnSpLocks/>
          </p:cNvCxnSpPr>
          <p:nvPr/>
        </p:nvCxnSpPr>
        <p:spPr>
          <a:xfrm flipH="1">
            <a:off x="3265632" y="5425544"/>
            <a:ext cx="180399" cy="2296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C608340-51E0-40CC-8770-EA8605322FA8}"/>
              </a:ext>
            </a:extLst>
          </p:cNvPr>
          <p:cNvCxnSpPr>
            <a:cxnSpLocks/>
          </p:cNvCxnSpPr>
          <p:nvPr/>
        </p:nvCxnSpPr>
        <p:spPr>
          <a:xfrm flipH="1">
            <a:off x="3265632" y="5614985"/>
            <a:ext cx="186474" cy="20946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393864B-D725-4C37-A23F-BF4070240D25}"/>
              </a:ext>
            </a:extLst>
          </p:cNvPr>
          <p:cNvCxnSpPr>
            <a:cxnSpLocks/>
          </p:cNvCxnSpPr>
          <p:nvPr/>
        </p:nvCxnSpPr>
        <p:spPr>
          <a:xfrm flipH="1">
            <a:off x="3280277" y="5773948"/>
            <a:ext cx="176055" cy="2142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EF75C44-B423-454E-8C4C-C864FD8EC379}"/>
              </a:ext>
            </a:extLst>
          </p:cNvPr>
          <p:cNvCxnSpPr>
            <a:cxnSpLocks/>
          </p:cNvCxnSpPr>
          <p:nvPr/>
        </p:nvCxnSpPr>
        <p:spPr>
          <a:xfrm flipH="1">
            <a:off x="3446035" y="5344779"/>
            <a:ext cx="3603665" cy="8953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25EE44-6D22-4BB1-98AC-0E48444206F8}"/>
              </a:ext>
            </a:extLst>
          </p:cNvPr>
          <p:cNvCxnSpPr>
            <a:cxnSpLocks/>
          </p:cNvCxnSpPr>
          <p:nvPr/>
        </p:nvCxnSpPr>
        <p:spPr>
          <a:xfrm>
            <a:off x="4713691" y="2850535"/>
            <a:ext cx="191" cy="2407822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7273F3-916F-4D4D-99A4-FE746A2BCC19}"/>
              </a:ext>
            </a:extLst>
          </p:cNvPr>
          <p:cNvCxnSpPr>
            <a:cxnSpLocks/>
          </p:cNvCxnSpPr>
          <p:nvPr/>
        </p:nvCxnSpPr>
        <p:spPr>
          <a:xfrm flipH="1">
            <a:off x="4694852" y="2872215"/>
            <a:ext cx="1281768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8592BD9-15C1-4FA2-A3BE-D2251B7DDFDD}"/>
              </a:ext>
            </a:extLst>
          </p:cNvPr>
          <p:cNvGrpSpPr/>
          <p:nvPr/>
        </p:nvGrpSpPr>
        <p:grpSpPr>
          <a:xfrm rot="5400000">
            <a:off x="5870364" y="2770148"/>
            <a:ext cx="391275" cy="219303"/>
            <a:chOff x="5634233" y="3901902"/>
            <a:chExt cx="238925" cy="219303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77B3FD6-5D62-4873-99A0-80B88185A93B}"/>
                </a:ext>
              </a:extLst>
            </p:cNvPr>
            <p:cNvCxnSpPr>
              <a:cxnSpLocks/>
            </p:cNvCxnSpPr>
            <p:nvPr/>
          </p:nvCxnSpPr>
          <p:spPr>
            <a:xfrm>
              <a:off x="5634398" y="4121205"/>
              <a:ext cx="238760" cy="0"/>
            </a:xfrm>
            <a:prstGeom prst="line">
              <a:avLst/>
            </a:prstGeom>
            <a:ln w="508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488BED0C-D246-4AA3-9A07-62D872692AC1}"/>
                </a:ext>
              </a:extLst>
            </p:cNvPr>
            <p:cNvCxnSpPr>
              <a:cxnSpLocks/>
            </p:cNvCxnSpPr>
            <p:nvPr/>
          </p:nvCxnSpPr>
          <p:spPr>
            <a:xfrm>
              <a:off x="5634233" y="3901902"/>
              <a:ext cx="238760" cy="0"/>
            </a:xfrm>
            <a:prstGeom prst="line">
              <a:avLst/>
            </a:prstGeom>
            <a:ln w="508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C67DDDF-B3AC-4FE4-A3DF-0F630ACCFCB2}"/>
              </a:ext>
            </a:extLst>
          </p:cNvPr>
          <p:cNvCxnSpPr>
            <a:cxnSpLocks/>
          </p:cNvCxnSpPr>
          <p:nvPr/>
        </p:nvCxnSpPr>
        <p:spPr>
          <a:xfrm flipH="1">
            <a:off x="6059730" y="1630808"/>
            <a:ext cx="1216" cy="1987801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1C5A3E2-B32B-483A-A1ED-6012F6088764}"/>
              </a:ext>
            </a:extLst>
          </p:cNvPr>
          <p:cNvCxnSpPr>
            <a:cxnSpLocks/>
          </p:cNvCxnSpPr>
          <p:nvPr/>
        </p:nvCxnSpPr>
        <p:spPr>
          <a:xfrm>
            <a:off x="5946013" y="3622284"/>
            <a:ext cx="227076" cy="0"/>
          </a:xfrm>
          <a:prstGeom prst="line">
            <a:avLst/>
          </a:prstGeom>
          <a:ln w="635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3A1236C-A41C-49F9-88EB-B75AB0C7F384}"/>
              </a:ext>
            </a:extLst>
          </p:cNvPr>
          <p:cNvCxnSpPr>
            <a:cxnSpLocks/>
          </p:cNvCxnSpPr>
          <p:nvPr/>
        </p:nvCxnSpPr>
        <p:spPr>
          <a:xfrm flipH="1">
            <a:off x="6065185" y="1179371"/>
            <a:ext cx="1399875" cy="464164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1CE4211-A880-4F3E-9050-D9BE1277FB0D}"/>
              </a:ext>
            </a:extLst>
          </p:cNvPr>
          <p:cNvCxnSpPr>
            <a:cxnSpLocks/>
          </p:cNvCxnSpPr>
          <p:nvPr/>
        </p:nvCxnSpPr>
        <p:spPr>
          <a:xfrm flipH="1">
            <a:off x="7572309" y="740839"/>
            <a:ext cx="1263301" cy="416684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CB17798-73BA-4381-8FFF-CABA91D5215B}"/>
              </a:ext>
            </a:extLst>
          </p:cNvPr>
          <p:cNvCxnSpPr>
            <a:cxnSpLocks/>
          </p:cNvCxnSpPr>
          <p:nvPr/>
        </p:nvCxnSpPr>
        <p:spPr>
          <a:xfrm flipV="1">
            <a:off x="3442335" y="4461529"/>
            <a:ext cx="3693" cy="893734"/>
          </a:xfrm>
          <a:prstGeom prst="straightConnector1">
            <a:avLst/>
          </a:prstGeom>
          <a:solidFill>
            <a:srgbClr val="78E5F4"/>
          </a:solidFill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ED2E60E-7330-4743-BBC7-2C3FB87CB102}"/>
              </a:ext>
            </a:extLst>
          </p:cNvPr>
          <p:cNvGrpSpPr/>
          <p:nvPr/>
        </p:nvGrpSpPr>
        <p:grpSpPr>
          <a:xfrm>
            <a:off x="3216474" y="4216023"/>
            <a:ext cx="459107" cy="1178340"/>
            <a:chOff x="6883466" y="4444559"/>
            <a:chExt cx="459107" cy="117834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4C291629-BA2C-4F48-B544-D0CA9A21DB18}"/>
                </a:ext>
              </a:extLst>
            </p:cNvPr>
            <p:cNvSpPr/>
            <p:nvPr/>
          </p:nvSpPr>
          <p:spPr>
            <a:xfrm>
              <a:off x="6883466" y="4444559"/>
              <a:ext cx="459107" cy="30777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vi-VN" sz="1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Z0</a:t>
              </a:r>
              <a:endParaRPr lang="vi-V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BFBAA1BE-3427-4751-848E-D6BB1AA316E2}"/>
                </a:ext>
              </a:extLst>
            </p:cNvPr>
            <p:cNvSpPr/>
            <p:nvPr/>
          </p:nvSpPr>
          <p:spPr>
            <a:xfrm flipV="1">
              <a:off x="7070895" y="5537842"/>
              <a:ext cx="85057" cy="85057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053BB833-0575-49CF-BA48-F1C4860F91B6}"/>
              </a:ext>
            </a:extLst>
          </p:cNvPr>
          <p:cNvSpPr/>
          <p:nvPr/>
        </p:nvSpPr>
        <p:spPr>
          <a:xfrm flipV="1">
            <a:off x="4669128" y="5310016"/>
            <a:ext cx="85057" cy="850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906E5F3-E790-437E-B197-EC85AE357E26}"/>
              </a:ext>
            </a:extLst>
          </p:cNvPr>
          <p:cNvSpPr/>
          <p:nvPr/>
        </p:nvSpPr>
        <p:spPr>
          <a:xfrm flipV="1">
            <a:off x="6020817" y="2844185"/>
            <a:ext cx="85057" cy="850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416D7B4-22E8-42B2-881F-0CA173AB1039}"/>
              </a:ext>
            </a:extLst>
          </p:cNvPr>
          <p:cNvSpPr/>
          <p:nvPr/>
        </p:nvSpPr>
        <p:spPr>
          <a:xfrm flipV="1">
            <a:off x="6027211" y="1598664"/>
            <a:ext cx="85057" cy="850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F63C245-E29A-457B-8AF6-5D46B0C77D08}"/>
              </a:ext>
            </a:extLst>
          </p:cNvPr>
          <p:cNvSpPr/>
          <p:nvPr/>
        </p:nvSpPr>
        <p:spPr>
          <a:xfrm rot="19379836" flipV="1">
            <a:off x="7544036" y="1114994"/>
            <a:ext cx="85057" cy="850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8D46176-1A46-45B6-AF4A-1D614C69D403}"/>
              </a:ext>
            </a:extLst>
          </p:cNvPr>
          <p:cNvSpPr/>
          <p:nvPr/>
        </p:nvSpPr>
        <p:spPr>
          <a:xfrm rot="19379836" flipV="1">
            <a:off x="8776076" y="698311"/>
            <a:ext cx="85057" cy="850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12337F-034D-4875-8FED-49BE420E7890}"/>
              </a:ext>
            </a:extLst>
          </p:cNvPr>
          <p:cNvSpPr txBox="1"/>
          <p:nvPr/>
        </p:nvSpPr>
        <p:spPr>
          <a:xfrm>
            <a:off x="3426528" y="5344779"/>
            <a:ext cx="778530" cy="31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vi-VN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 = O1</a:t>
            </a:r>
            <a:endParaRPr lang="en-SG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EF86F9F-39C4-4982-B9E8-C00533EE300E}"/>
              </a:ext>
            </a:extLst>
          </p:cNvPr>
          <p:cNvSpPr txBox="1"/>
          <p:nvPr/>
        </p:nvSpPr>
        <p:spPr>
          <a:xfrm>
            <a:off x="6152217" y="2838847"/>
            <a:ext cx="414978" cy="31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vi-VN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endParaRPr lang="en-SG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7CDE16-C0E7-4A49-A9A5-3B80B71DCE02}"/>
              </a:ext>
            </a:extLst>
          </p:cNvPr>
          <p:cNvSpPr txBox="1"/>
          <p:nvPr/>
        </p:nvSpPr>
        <p:spPr>
          <a:xfrm>
            <a:off x="5678602" y="1373492"/>
            <a:ext cx="481899" cy="31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vi-VN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endParaRPr lang="en-SG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9AD402-3121-49EC-8123-5E3B31ADB9C0}"/>
              </a:ext>
            </a:extLst>
          </p:cNvPr>
          <p:cNvSpPr txBox="1"/>
          <p:nvPr/>
        </p:nvSpPr>
        <p:spPr>
          <a:xfrm>
            <a:off x="7601347" y="1217882"/>
            <a:ext cx="409848" cy="31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vi-VN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endParaRPr lang="en-SG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5A781EA-6E9A-4C36-8C4E-37AD1AC9CC81}"/>
              </a:ext>
            </a:extLst>
          </p:cNvPr>
          <p:cNvCxnSpPr>
            <a:cxnSpLocks/>
          </p:cNvCxnSpPr>
          <p:nvPr/>
        </p:nvCxnSpPr>
        <p:spPr>
          <a:xfrm flipV="1">
            <a:off x="5592688" y="5808320"/>
            <a:ext cx="472497" cy="599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478E017-663E-4E4F-B333-D106E8572D34}"/>
              </a:ext>
            </a:extLst>
          </p:cNvPr>
          <p:cNvGrpSpPr/>
          <p:nvPr/>
        </p:nvGrpSpPr>
        <p:grpSpPr>
          <a:xfrm rot="2500243">
            <a:off x="4573992" y="4752146"/>
            <a:ext cx="358909" cy="338196"/>
            <a:chOff x="6565123" y="4544197"/>
            <a:chExt cx="402941" cy="450713"/>
          </a:xfrm>
          <a:noFill/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9D88487-3991-4D62-A782-9E72F2F0DDDB}"/>
                </a:ext>
              </a:extLst>
            </p:cNvPr>
            <p:cNvSpPr/>
            <p:nvPr/>
          </p:nvSpPr>
          <p:spPr>
            <a:xfrm rot="569430">
              <a:off x="6565123" y="4561501"/>
              <a:ext cx="324914" cy="433409"/>
            </a:xfrm>
            <a:custGeom>
              <a:avLst/>
              <a:gdLst>
                <a:gd name="connsiteX0" fmla="*/ 0 w 165735"/>
                <a:gd name="connsiteY0" fmla="*/ 194310 h 194310"/>
                <a:gd name="connsiteX1" fmla="*/ 47625 w 165735"/>
                <a:gd name="connsiteY1" fmla="*/ 192405 h 194310"/>
                <a:gd name="connsiteX2" fmla="*/ 74295 w 165735"/>
                <a:gd name="connsiteY2" fmla="*/ 184785 h 194310"/>
                <a:gd name="connsiteX3" fmla="*/ 80010 w 165735"/>
                <a:gd name="connsiteY3" fmla="*/ 182880 h 194310"/>
                <a:gd name="connsiteX4" fmla="*/ 102870 w 165735"/>
                <a:gd name="connsiteY4" fmla="*/ 169545 h 194310"/>
                <a:gd name="connsiteX5" fmla="*/ 108585 w 165735"/>
                <a:gd name="connsiteY5" fmla="*/ 163830 h 194310"/>
                <a:gd name="connsiteX6" fmla="*/ 114300 w 165735"/>
                <a:gd name="connsiteY6" fmla="*/ 161925 h 194310"/>
                <a:gd name="connsiteX7" fmla="*/ 121920 w 165735"/>
                <a:gd name="connsiteY7" fmla="*/ 158115 h 194310"/>
                <a:gd name="connsiteX8" fmla="*/ 142875 w 165735"/>
                <a:gd name="connsiteY8" fmla="*/ 133350 h 194310"/>
                <a:gd name="connsiteX9" fmla="*/ 148590 w 165735"/>
                <a:gd name="connsiteY9" fmla="*/ 125730 h 194310"/>
                <a:gd name="connsiteX10" fmla="*/ 160020 w 165735"/>
                <a:gd name="connsiteY10" fmla="*/ 106680 h 194310"/>
                <a:gd name="connsiteX11" fmla="*/ 163830 w 165735"/>
                <a:gd name="connsiteY11" fmla="*/ 89535 h 194310"/>
                <a:gd name="connsiteX12" fmla="*/ 165735 w 165735"/>
                <a:gd name="connsiteY12" fmla="*/ 76200 h 194310"/>
                <a:gd name="connsiteX13" fmla="*/ 163830 w 165735"/>
                <a:gd name="connsiteY13" fmla="*/ 13335 h 194310"/>
                <a:gd name="connsiteX14" fmla="*/ 161925 w 165735"/>
                <a:gd name="connsiteY14" fmla="*/ 7620 h 194310"/>
                <a:gd name="connsiteX15" fmla="*/ 158115 w 165735"/>
                <a:gd name="connsiteY15" fmla="*/ 0 h 194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735" h="194310">
                  <a:moveTo>
                    <a:pt x="0" y="194310"/>
                  </a:moveTo>
                  <a:cubicBezTo>
                    <a:pt x="15875" y="193675"/>
                    <a:pt x="31772" y="193462"/>
                    <a:pt x="47625" y="192405"/>
                  </a:cubicBezTo>
                  <a:cubicBezTo>
                    <a:pt x="55341" y="191891"/>
                    <a:pt x="68434" y="186739"/>
                    <a:pt x="74295" y="184785"/>
                  </a:cubicBezTo>
                  <a:lnTo>
                    <a:pt x="80010" y="182880"/>
                  </a:lnTo>
                  <a:cubicBezTo>
                    <a:pt x="89491" y="179720"/>
                    <a:pt x="93462" y="178953"/>
                    <a:pt x="102870" y="169545"/>
                  </a:cubicBezTo>
                  <a:cubicBezTo>
                    <a:pt x="104775" y="167640"/>
                    <a:pt x="106343" y="165324"/>
                    <a:pt x="108585" y="163830"/>
                  </a:cubicBezTo>
                  <a:cubicBezTo>
                    <a:pt x="110256" y="162716"/>
                    <a:pt x="112454" y="162716"/>
                    <a:pt x="114300" y="161925"/>
                  </a:cubicBezTo>
                  <a:cubicBezTo>
                    <a:pt x="116910" y="160806"/>
                    <a:pt x="119557" y="159690"/>
                    <a:pt x="121920" y="158115"/>
                  </a:cubicBezTo>
                  <a:cubicBezTo>
                    <a:pt x="135856" y="148824"/>
                    <a:pt x="130798" y="149452"/>
                    <a:pt x="142875" y="133350"/>
                  </a:cubicBezTo>
                  <a:cubicBezTo>
                    <a:pt x="144780" y="130810"/>
                    <a:pt x="146873" y="128401"/>
                    <a:pt x="148590" y="125730"/>
                  </a:cubicBezTo>
                  <a:cubicBezTo>
                    <a:pt x="152594" y="119501"/>
                    <a:pt x="160020" y="106680"/>
                    <a:pt x="160020" y="106680"/>
                  </a:cubicBezTo>
                  <a:cubicBezTo>
                    <a:pt x="161733" y="99830"/>
                    <a:pt x="162621" y="96790"/>
                    <a:pt x="163830" y="89535"/>
                  </a:cubicBezTo>
                  <a:cubicBezTo>
                    <a:pt x="164568" y="85106"/>
                    <a:pt x="165100" y="80645"/>
                    <a:pt x="165735" y="76200"/>
                  </a:cubicBezTo>
                  <a:cubicBezTo>
                    <a:pt x="165100" y="55245"/>
                    <a:pt x="164993" y="34267"/>
                    <a:pt x="163830" y="13335"/>
                  </a:cubicBezTo>
                  <a:cubicBezTo>
                    <a:pt x="163719" y="11330"/>
                    <a:pt x="162716" y="9466"/>
                    <a:pt x="161925" y="7620"/>
                  </a:cubicBezTo>
                  <a:cubicBezTo>
                    <a:pt x="160806" y="5010"/>
                    <a:pt x="158115" y="0"/>
                    <a:pt x="158115" y="0"/>
                  </a:cubicBezTo>
                </a:path>
              </a:pathLst>
            </a:cu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609D5440-4A0B-4D29-B6CE-4FF6E1E82066}"/>
                </a:ext>
              </a:extLst>
            </p:cNvPr>
            <p:cNvSpPr/>
            <p:nvPr/>
          </p:nvSpPr>
          <p:spPr>
            <a:xfrm>
              <a:off x="6859479" y="4544197"/>
              <a:ext cx="108585" cy="60960"/>
            </a:xfrm>
            <a:custGeom>
              <a:avLst/>
              <a:gdLst>
                <a:gd name="connsiteX0" fmla="*/ 0 w 108585"/>
                <a:gd name="connsiteY0" fmla="*/ 60960 h 60960"/>
                <a:gd name="connsiteX1" fmla="*/ 5715 w 108585"/>
                <a:gd name="connsiteY1" fmla="*/ 51435 h 60960"/>
                <a:gd name="connsiteX2" fmla="*/ 11430 w 108585"/>
                <a:gd name="connsiteY2" fmla="*/ 47625 h 60960"/>
                <a:gd name="connsiteX3" fmla="*/ 19050 w 108585"/>
                <a:gd name="connsiteY3" fmla="*/ 41910 h 60960"/>
                <a:gd name="connsiteX4" fmla="*/ 22860 w 108585"/>
                <a:gd name="connsiteY4" fmla="*/ 34290 h 60960"/>
                <a:gd name="connsiteX5" fmla="*/ 26670 w 108585"/>
                <a:gd name="connsiteY5" fmla="*/ 28575 h 60960"/>
                <a:gd name="connsiteX6" fmla="*/ 30480 w 108585"/>
                <a:gd name="connsiteY6" fmla="*/ 19050 h 60960"/>
                <a:gd name="connsiteX7" fmla="*/ 41910 w 108585"/>
                <a:gd name="connsiteY7" fmla="*/ 7620 h 60960"/>
                <a:gd name="connsiteX8" fmla="*/ 49530 w 108585"/>
                <a:gd name="connsiteY8" fmla="*/ 0 h 60960"/>
                <a:gd name="connsiteX9" fmla="*/ 60960 w 108585"/>
                <a:gd name="connsiteY9" fmla="*/ 9525 h 60960"/>
                <a:gd name="connsiteX10" fmla="*/ 66675 w 108585"/>
                <a:gd name="connsiteY10" fmla="*/ 17145 h 60960"/>
                <a:gd name="connsiteX11" fmla="*/ 74295 w 108585"/>
                <a:gd name="connsiteY11" fmla="*/ 22860 h 60960"/>
                <a:gd name="connsiteX12" fmla="*/ 78105 w 108585"/>
                <a:gd name="connsiteY12" fmla="*/ 28575 h 60960"/>
                <a:gd name="connsiteX13" fmla="*/ 83820 w 108585"/>
                <a:gd name="connsiteY13" fmla="*/ 30480 h 60960"/>
                <a:gd name="connsiteX14" fmla="*/ 95250 w 108585"/>
                <a:gd name="connsiteY14" fmla="*/ 40005 h 60960"/>
                <a:gd name="connsiteX15" fmla="*/ 100965 w 108585"/>
                <a:gd name="connsiteY15" fmla="*/ 43815 h 60960"/>
                <a:gd name="connsiteX16" fmla="*/ 108585 w 108585"/>
                <a:gd name="connsiteY16" fmla="*/ 47625 h 6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8585" h="60960">
                  <a:moveTo>
                    <a:pt x="0" y="60960"/>
                  </a:moveTo>
                  <a:cubicBezTo>
                    <a:pt x="1905" y="57785"/>
                    <a:pt x="3305" y="54246"/>
                    <a:pt x="5715" y="51435"/>
                  </a:cubicBezTo>
                  <a:cubicBezTo>
                    <a:pt x="7205" y="49697"/>
                    <a:pt x="9567" y="48956"/>
                    <a:pt x="11430" y="47625"/>
                  </a:cubicBezTo>
                  <a:cubicBezTo>
                    <a:pt x="14014" y="45780"/>
                    <a:pt x="16510" y="43815"/>
                    <a:pt x="19050" y="41910"/>
                  </a:cubicBezTo>
                  <a:cubicBezTo>
                    <a:pt x="20320" y="39370"/>
                    <a:pt x="21451" y="36756"/>
                    <a:pt x="22860" y="34290"/>
                  </a:cubicBezTo>
                  <a:cubicBezTo>
                    <a:pt x="23996" y="32302"/>
                    <a:pt x="25646" y="30623"/>
                    <a:pt x="26670" y="28575"/>
                  </a:cubicBezTo>
                  <a:cubicBezTo>
                    <a:pt x="28199" y="25516"/>
                    <a:pt x="28469" y="21816"/>
                    <a:pt x="30480" y="19050"/>
                  </a:cubicBezTo>
                  <a:cubicBezTo>
                    <a:pt x="33649" y="14692"/>
                    <a:pt x="38100" y="11430"/>
                    <a:pt x="41910" y="7620"/>
                  </a:cubicBezTo>
                  <a:lnTo>
                    <a:pt x="49530" y="0"/>
                  </a:lnTo>
                  <a:cubicBezTo>
                    <a:pt x="55409" y="3919"/>
                    <a:pt x="56071" y="3821"/>
                    <a:pt x="60960" y="9525"/>
                  </a:cubicBezTo>
                  <a:cubicBezTo>
                    <a:pt x="63026" y="11936"/>
                    <a:pt x="64430" y="14900"/>
                    <a:pt x="66675" y="17145"/>
                  </a:cubicBezTo>
                  <a:cubicBezTo>
                    <a:pt x="68920" y="19390"/>
                    <a:pt x="72050" y="20615"/>
                    <a:pt x="74295" y="22860"/>
                  </a:cubicBezTo>
                  <a:cubicBezTo>
                    <a:pt x="75914" y="24479"/>
                    <a:pt x="76317" y="27145"/>
                    <a:pt x="78105" y="28575"/>
                  </a:cubicBezTo>
                  <a:cubicBezTo>
                    <a:pt x="79673" y="29829"/>
                    <a:pt x="82024" y="29582"/>
                    <a:pt x="83820" y="30480"/>
                  </a:cubicBezTo>
                  <a:cubicBezTo>
                    <a:pt x="90915" y="34027"/>
                    <a:pt x="88930" y="34739"/>
                    <a:pt x="95250" y="40005"/>
                  </a:cubicBezTo>
                  <a:cubicBezTo>
                    <a:pt x="97009" y="41471"/>
                    <a:pt x="98977" y="42679"/>
                    <a:pt x="100965" y="43815"/>
                  </a:cubicBezTo>
                  <a:cubicBezTo>
                    <a:pt x="103431" y="45224"/>
                    <a:pt x="108585" y="47625"/>
                    <a:pt x="108585" y="47625"/>
                  </a:cubicBezTo>
                </a:path>
              </a:pathLst>
            </a:cu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1029BF8-C7C9-47A6-9EEF-F594791E457A}"/>
              </a:ext>
            </a:extLst>
          </p:cNvPr>
          <p:cNvCxnSpPr>
            <a:cxnSpLocks/>
          </p:cNvCxnSpPr>
          <p:nvPr/>
        </p:nvCxnSpPr>
        <p:spPr>
          <a:xfrm flipV="1">
            <a:off x="5727634" y="3229753"/>
            <a:ext cx="0" cy="46237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A13E1A1-F065-42EA-8493-CF75AB85AAF0}"/>
              </a:ext>
            </a:extLst>
          </p:cNvPr>
          <p:cNvGrpSpPr/>
          <p:nvPr/>
        </p:nvGrpSpPr>
        <p:grpSpPr>
          <a:xfrm rot="2865344">
            <a:off x="6298668" y="1535917"/>
            <a:ext cx="269461" cy="256175"/>
            <a:chOff x="7282123" y="3660077"/>
            <a:chExt cx="269461" cy="256175"/>
          </a:xfrm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72B2AD9-85B0-4643-9B50-F60CC3959262}"/>
                </a:ext>
              </a:extLst>
            </p:cNvPr>
            <p:cNvSpPr/>
            <p:nvPr/>
          </p:nvSpPr>
          <p:spPr>
            <a:xfrm rot="15573981">
              <a:off x="7269868" y="3672332"/>
              <a:ext cx="233821" cy="209311"/>
            </a:xfrm>
            <a:custGeom>
              <a:avLst/>
              <a:gdLst>
                <a:gd name="connsiteX0" fmla="*/ 0 w 165735"/>
                <a:gd name="connsiteY0" fmla="*/ 194310 h 194310"/>
                <a:gd name="connsiteX1" fmla="*/ 47625 w 165735"/>
                <a:gd name="connsiteY1" fmla="*/ 192405 h 194310"/>
                <a:gd name="connsiteX2" fmla="*/ 74295 w 165735"/>
                <a:gd name="connsiteY2" fmla="*/ 184785 h 194310"/>
                <a:gd name="connsiteX3" fmla="*/ 80010 w 165735"/>
                <a:gd name="connsiteY3" fmla="*/ 182880 h 194310"/>
                <a:gd name="connsiteX4" fmla="*/ 102870 w 165735"/>
                <a:gd name="connsiteY4" fmla="*/ 169545 h 194310"/>
                <a:gd name="connsiteX5" fmla="*/ 108585 w 165735"/>
                <a:gd name="connsiteY5" fmla="*/ 163830 h 194310"/>
                <a:gd name="connsiteX6" fmla="*/ 114300 w 165735"/>
                <a:gd name="connsiteY6" fmla="*/ 161925 h 194310"/>
                <a:gd name="connsiteX7" fmla="*/ 121920 w 165735"/>
                <a:gd name="connsiteY7" fmla="*/ 158115 h 194310"/>
                <a:gd name="connsiteX8" fmla="*/ 142875 w 165735"/>
                <a:gd name="connsiteY8" fmla="*/ 133350 h 194310"/>
                <a:gd name="connsiteX9" fmla="*/ 148590 w 165735"/>
                <a:gd name="connsiteY9" fmla="*/ 125730 h 194310"/>
                <a:gd name="connsiteX10" fmla="*/ 160020 w 165735"/>
                <a:gd name="connsiteY10" fmla="*/ 106680 h 194310"/>
                <a:gd name="connsiteX11" fmla="*/ 163830 w 165735"/>
                <a:gd name="connsiteY11" fmla="*/ 89535 h 194310"/>
                <a:gd name="connsiteX12" fmla="*/ 165735 w 165735"/>
                <a:gd name="connsiteY12" fmla="*/ 76200 h 194310"/>
                <a:gd name="connsiteX13" fmla="*/ 163830 w 165735"/>
                <a:gd name="connsiteY13" fmla="*/ 13335 h 194310"/>
                <a:gd name="connsiteX14" fmla="*/ 161925 w 165735"/>
                <a:gd name="connsiteY14" fmla="*/ 7620 h 194310"/>
                <a:gd name="connsiteX15" fmla="*/ 158115 w 165735"/>
                <a:gd name="connsiteY15" fmla="*/ 0 h 194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735" h="194310">
                  <a:moveTo>
                    <a:pt x="0" y="194310"/>
                  </a:moveTo>
                  <a:cubicBezTo>
                    <a:pt x="15875" y="193675"/>
                    <a:pt x="31772" y="193462"/>
                    <a:pt x="47625" y="192405"/>
                  </a:cubicBezTo>
                  <a:cubicBezTo>
                    <a:pt x="55341" y="191891"/>
                    <a:pt x="68434" y="186739"/>
                    <a:pt x="74295" y="184785"/>
                  </a:cubicBezTo>
                  <a:lnTo>
                    <a:pt x="80010" y="182880"/>
                  </a:lnTo>
                  <a:cubicBezTo>
                    <a:pt x="89491" y="179720"/>
                    <a:pt x="93462" y="178953"/>
                    <a:pt x="102870" y="169545"/>
                  </a:cubicBezTo>
                  <a:cubicBezTo>
                    <a:pt x="104775" y="167640"/>
                    <a:pt x="106343" y="165324"/>
                    <a:pt x="108585" y="163830"/>
                  </a:cubicBezTo>
                  <a:cubicBezTo>
                    <a:pt x="110256" y="162716"/>
                    <a:pt x="112454" y="162716"/>
                    <a:pt x="114300" y="161925"/>
                  </a:cubicBezTo>
                  <a:cubicBezTo>
                    <a:pt x="116910" y="160806"/>
                    <a:pt x="119557" y="159690"/>
                    <a:pt x="121920" y="158115"/>
                  </a:cubicBezTo>
                  <a:cubicBezTo>
                    <a:pt x="135856" y="148824"/>
                    <a:pt x="130798" y="149452"/>
                    <a:pt x="142875" y="133350"/>
                  </a:cubicBezTo>
                  <a:cubicBezTo>
                    <a:pt x="144780" y="130810"/>
                    <a:pt x="146873" y="128401"/>
                    <a:pt x="148590" y="125730"/>
                  </a:cubicBezTo>
                  <a:cubicBezTo>
                    <a:pt x="152594" y="119501"/>
                    <a:pt x="160020" y="106680"/>
                    <a:pt x="160020" y="106680"/>
                  </a:cubicBezTo>
                  <a:cubicBezTo>
                    <a:pt x="161733" y="99830"/>
                    <a:pt x="162621" y="96790"/>
                    <a:pt x="163830" y="89535"/>
                  </a:cubicBezTo>
                  <a:cubicBezTo>
                    <a:pt x="164568" y="85106"/>
                    <a:pt x="165100" y="80645"/>
                    <a:pt x="165735" y="76200"/>
                  </a:cubicBezTo>
                  <a:cubicBezTo>
                    <a:pt x="165100" y="55245"/>
                    <a:pt x="164993" y="34267"/>
                    <a:pt x="163830" y="13335"/>
                  </a:cubicBezTo>
                  <a:cubicBezTo>
                    <a:pt x="163719" y="11330"/>
                    <a:pt x="162716" y="9466"/>
                    <a:pt x="161925" y="7620"/>
                  </a:cubicBezTo>
                  <a:cubicBezTo>
                    <a:pt x="160806" y="5010"/>
                    <a:pt x="158115" y="0"/>
                    <a:pt x="158115" y="0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8DD63BD9-DE74-4CCB-B368-9F724B953AD1}"/>
                </a:ext>
              </a:extLst>
            </p:cNvPr>
            <p:cNvSpPr/>
            <p:nvPr/>
          </p:nvSpPr>
          <p:spPr>
            <a:xfrm rot="61165">
              <a:off x="7452524" y="3851482"/>
              <a:ext cx="99060" cy="64770"/>
            </a:xfrm>
            <a:custGeom>
              <a:avLst/>
              <a:gdLst>
                <a:gd name="connsiteX0" fmla="*/ 0 w 99060"/>
                <a:gd name="connsiteY0" fmla="*/ 30480 h 64770"/>
                <a:gd name="connsiteX1" fmla="*/ 9525 w 99060"/>
                <a:gd name="connsiteY1" fmla="*/ 40005 h 64770"/>
                <a:gd name="connsiteX2" fmla="*/ 13335 w 99060"/>
                <a:gd name="connsiteY2" fmla="*/ 45720 h 64770"/>
                <a:gd name="connsiteX3" fmla="*/ 24765 w 99060"/>
                <a:gd name="connsiteY3" fmla="*/ 51435 h 64770"/>
                <a:gd name="connsiteX4" fmla="*/ 32385 w 99060"/>
                <a:gd name="connsiteY4" fmla="*/ 55245 h 64770"/>
                <a:gd name="connsiteX5" fmla="*/ 49530 w 99060"/>
                <a:gd name="connsiteY5" fmla="*/ 60960 h 64770"/>
                <a:gd name="connsiteX6" fmla="*/ 60960 w 99060"/>
                <a:gd name="connsiteY6" fmla="*/ 64770 h 64770"/>
                <a:gd name="connsiteX7" fmla="*/ 66675 w 99060"/>
                <a:gd name="connsiteY7" fmla="*/ 62865 h 64770"/>
                <a:gd name="connsiteX8" fmla="*/ 72390 w 99060"/>
                <a:gd name="connsiteY8" fmla="*/ 55245 h 64770"/>
                <a:gd name="connsiteX9" fmla="*/ 74295 w 99060"/>
                <a:gd name="connsiteY9" fmla="*/ 49530 h 64770"/>
                <a:gd name="connsiteX10" fmla="*/ 78105 w 99060"/>
                <a:gd name="connsiteY10" fmla="*/ 40005 h 64770"/>
                <a:gd name="connsiteX11" fmla="*/ 83820 w 99060"/>
                <a:gd name="connsiteY11" fmla="*/ 32385 h 64770"/>
                <a:gd name="connsiteX12" fmla="*/ 85725 w 99060"/>
                <a:gd name="connsiteY12" fmla="*/ 24765 h 64770"/>
                <a:gd name="connsiteX13" fmla="*/ 89535 w 99060"/>
                <a:gd name="connsiteY13" fmla="*/ 19050 h 64770"/>
                <a:gd name="connsiteX14" fmla="*/ 99060 w 99060"/>
                <a:gd name="connsiteY14" fmla="*/ 0 h 64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060" h="64770">
                  <a:moveTo>
                    <a:pt x="0" y="30480"/>
                  </a:moveTo>
                  <a:cubicBezTo>
                    <a:pt x="3175" y="33655"/>
                    <a:pt x="6568" y="36626"/>
                    <a:pt x="9525" y="40005"/>
                  </a:cubicBezTo>
                  <a:cubicBezTo>
                    <a:pt x="11033" y="41728"/>
                    <a:pt x="11716" y="44101"/>
                    <a:pt x="13335" y="45720"/>
                  </a:cubicBezTo>
                  <a:cubicBezTo>
                    <a:pt x="17911" y="50296"/>
                    <a:pt x="19342" y="49111"/>
                    <a:pt x="24765" y="51435"/>
                  </a:cubicBezTo>
                  <a:cubicBezTo>
                    <a:pt x="27375" y="52554"/>
                    <a:pt x="29790" y="54092"/>
                    <a:pt x="32385" y="55245"/>
                  </a:cubicBezTo>
                  <a:cubicBezTo>
                    <a:pt x="45607" y="61121"/>
                    <a:pt x="37623" y="57388"/>
                    <a:pt x="49530" y="60960"/>
                  </a:cubicBezTo>
                  <a:cubicBezTo>
                    <a:pt x="53377" y="62114"/>
                    <a:pt x="60960" y="64770"/>
                    <a:pt x="60960" y="64770"/>
                  </a:cubicBezTo>
                  <a:cubicBezTo>
                    <a:pt x="62865" y="64135"/>
                    <a:pt x="65132" y="64151"/>
                    <a:pt x="66675" y="62865"/>
                  </a:cubicBezTo>
                  <a:cubicBezTo>
                    <a:pt x="69114" y="60832"/>
                    <a:pt x="70815" y="58002"/>
                    <a:pt x="72390" y="55245"/>
                  </a:cubicBezTo>
                  <a:cubicBezTo>
                    <a:pt x="73386" y="53502"/>
                    <a:pt x="73590" y="51410"/>
                    <a:pt x="74295" y="49530"/>
                  </a:cubicBezTo>
                  <a:cubicBezTo>
                    <a:pt x="75496" y="46328"/>
                    <a:pt x="76444" y="42994"/>
                    <a:pt x="78105" y="40005"/>
                  </a:cubicBezTo>
                  <a:cubicBezTo>
                    <a:pt x="79647" y="37230"/>
                    <a:pt x="81915" y="34925"/>
                    <a:pt x="83820" y="32385"/>
                  </a:cubicBezTo>
                  <a:cubicBezTo>
                    <a:pt x="84455" y="29845"/>
                    <a:pt x="84694" y="27171"/>
                    <a:pt x="85725" y="24765"/>
                  </a:cubicBezTo>
                  <a:cubicBezTo>
                    <a:pt x="86627" y="22661"/>
                    <a:pt x="88439" y="21060"/>
                    <a:pt x="89535" y="19050"/>
                  </a:cubicBezTo>
                  <a:lnTo>
                    <a:pt x="99060" y="0"/>
                  </a:ln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165F404-BCBE-467D-BFC0-AB2439DC0248}"/>
              </a:ext>
            </a:extLst>
          </p:cNvPr>
          <p:cNvGrpSpPr/>
          <p:nvPr/>
        </p:nvGrpSpPr>
        <p:grpSpPr>
          <a:xfrm rot="7236384" flipV="1">
            <a:off x="7786165" y="951234"/>
            <a:ext cx="223440" cy="248046"/>
            <a:chOff x="7264463" y="3601839"/>
            <a:chExt cx="278183" cy="286009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52A0505D-4BB2-4F2C-A03A-82B8BABEB811}"/>
                </a:ext>
              </a:extLst>
            </p:cNvPr>
            <p:cNvSpPr/>
            <p:nvPr/>
          </p:nvSpPr>
          <p:spPr>
            <a:xfrm rot="16795095">
              <a:off x="7275496" y="3590806"/>
              <a:ext cx="236568" cy="258633"/>
            </a:xfrm>
            <a:custGeom>
              <a:avLst/>
              <a:gdLst>
                <a:gd name="connsiteX0" fmla="*/ 0 w 165735"/>
                <a:gd name="connsiteY0" fmla="*/ 194310 h 194310"/>
                <a:gd name="connsiteX1" fmla="*/ 47625 w 165735"/>
                <a:gd name="connsiteY1" fmla="*/ 192405 h 194310"/>
                <a:gd name="connsiteX2" fmla="*/ 74295 w 165735"/>
                <a:gd name="connsiteY2" fmla="*/ 184785 h 194310"/>
                <a:gd name="connsiteX3" fmla="*/ 80010 w 165735"/>
                <a:gd name="connsiteY3" fmla="*/ 182880 h 194310"/>
                <a:gd name="connsiteX4" fmla="*/ 102870 w 165735"/>
                <a:gd name="connsiteY4" fmla="*/ 169545 h 194310"/>
                <a:gd name="connsiteX5" fmla="*/ 108585 w 165735"/>
                <a:gd name="connsiteY5" fmla="*/ 163830 h 194310"/>
                <a:gd name="connsiteX6" fmla="*/ 114300 w 165735"/>
                <a:gd name="connsiteY6" fmla="*/ 161925 h 194310"/>
                <a:gd name="connsiteX7" fmla="*/ 121920 w 165735"/>
                <a:gd name="connsiteY7" fmla="*/ 158115 h 194310"/>
                <a:gd name="connsiteX8" fmla="*/ 142875 w 165735"/>
                <a:gd name="connsiteY8" fmla="*/ 133350 h 194310"/>
                <a:gd name="connsiteX9" fmla="*/ 148590 w 165735"/>
                <a:gd name="connsiteY9" fmla="*/ 125730 h 194310"/>
                <a:gd name="connsiteX10" fmla="*/ 160020 w 165735"/>
                <a:gd name="connsiteY10" fmla="*/ 106680 h 194310"/>
                <a:gd name="connsiteX11" fmla="*/ 163830 w 165735"/>
                <a:gd name="connsiteY11" fmla="*/ 89535 h 194310"/>
                <a:gd name="connsiteX12" fmla="*/ 165735 w 165735"/>
                <a:gd name="connsiteY12" fmla="*/ 76200 h 194310"/>
                <a:gd name="connsiteX13" fmla="*/ 163830 w 165735"/>
                <a:gd name="connsiteY13" fmla="*/ 13335 h 194310"/>
                <a:gd name="connsiteX14" fmla="*/ 161925 w 165735"/>
                <a:gd name="connsiteY14" fmla="*/ 7620 h 194310"/>
                <a:gd name="connsiteX15" fmla="*/ 158115 w 165735"/>
                <a:gd name="connsiteY15" fmla="*/ 0 h 194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735" h="194310">
                  <a:moveTo>
                    <a:pt x="0" y="194310"/>
                  </a:moveTo>
                  <a:cubicBezTo>
                    <a:pt x="15875" y="193675"/>
                    <a:pt x="31772" y="193462"/>
                    <a:pt x="47625" y="192405"/>
                  </a:cubicBezTo>
                  <a:cubicBezTo>
                    <a:pt x="55341" y="191891"/>
                    <a:pt x="68434" y="186739"/>
                    <a:pt x="74295" y="184785"/>
                  </a:cubicBezTo>
                  <a:lnTo>
                    <a:pt x="80010" y="182880"/>
                  </a:lnTo>
                  <a:cubicBezTo>
                    <a:pt x="89491" y="179720"/>
                    <a:pt x="93462" y="178953"/>
                    <a:pt x="102870" y="169545"/>
                  </a:cubicBezTo>
                  <a:cubicBezTo>
                    <a:pt x="104775" y="167640"/>
                    <a:pt x="106343" y="165324"/>
                    <a:pt x="108585" y="163830"/>
                  </a:cubicBezTo>
                  <a:cubicBezTo>
                    <a:pt x="110256" y="162716"/>
                    <a:pt x="112454" y="162716"/>
                    <a:pt x="114300" y="161925"/>
                  </a:cubicBezTo>
                  <a:cubicBezTo>
                    <a:pt x="116910" y="160806"/>
                    <a:pt x="119557" y="159690"/>
                    <a:pt x="121920" y="158115"/>
                  </a:cubicBezTo>
                  <a:cubicBezTo>
                    <a:pt x="135856" y="148824"/>
                    <a:pt x="130798" y="149452"/>
                    <a:pt x="142875" y="133350"/>
                  </a:cubicBezTo>
                  <a:cubicBezTo>
                    <a:pt x="144780" y="130810"/>
                    <a:pt x="146873" y="128401"/>
                    <a:pt x="148590" y="125730"/>
                  </a:cubicBezTo>
                  <a:cubicBezTo>
                    <a:pt x="152594" y="119501"/>
                    <a:pt x="160020" y="106680"/>
                    <a:pt x="160020" y="106680"/>
                  </a:cubicBezTo>
                  <a:cubicBezTo>
                    <a:pt x="161733" y="99830"/>
                    <a:pt x="162621" y="96790"/>
                    <a:pt x="163830" y="89535"/>
                  </a:cubicBezTo>
                  <a:cubicBezTo>
                    <a:pt x="164568" y="85106"/>
                    <a:pt x="165100" y="80645"/>
                    <a:pt x="165735" y="76200"/>
                  </a:cubicBezTo>
                  <a:cubicBezTo>
                    <a:pt x="165100" y="55245"/>
                    <a:pt x="164993" y="34267"/>
                    <a:pt x="163830" y="13335"/>
                  </a:cubicBezTo>
                  <a:cubicBezTo>
                    <a:pt x="163719" y="11330"/>
                    <a:pt x="162716" y="9466"/>
                    <a:pt x="161925" y="7620"/>
                  </a:cubicBezTo>
                  <a:cubicBezTo>
                    <a:pt x="160806" y="5010"/>
                    <a:pt x="158115" y="0"/>
                    <a:pt x="158115" y="0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3059EA3-78BE-474A-BAB6-C615F96F99EB}"/>
                </a:ext>
              </a:extLst>
            </p:cNvPr>
            <p:cNvSpPr/>
            <p:nvPr/>
          </p:nvSpPr>
          <p:spPr>
            <a:xfrm rot="1409602">
              <a:off x="7443586" y="3823078"/>
              <a:ext cx="99060" cy="64770"/>
            </a:xfrm>
            <a:custGeom>
              <a:avLst/>
              <a:gdLst>
                <a:gd name="connsiteX0" fmla="*/ 0 w 99060"/>
                <a:gd name="connsiteY0" fmla="*/ 30480 h 64770"/>
                <a:gd name="connsiteX1" fmla="*/ 9525 w 99060"/>
                <a:gd name="connsiteY1" fmla="*/ 40005 h 64770"/>
                <a:gd name="connsiteX2" fmla="*/ 13335 w 99060"/>
                <a:gd name="connsiteY2" fmla="*/ 45720 h 64770"/>
                <a:gd name="connsiteX3" fmla="*/ 24765 w 99060"/>
                <a:gd name="connsiteY3" fmla="*/ 51435 h 64770"/>
                <a:gd name="connsiteX4" fmla="*/ 32385 w 99060"/>
                <a:gd name="connsiteY4" fmla="*/ 55245 h 64770"/>
                <a:gd name="connsiteX5" fmla="*/ 49530 w 99060"/>
                <a:gd name="connsiteY5" fmla="*/ 60960 h 64770"/>
                <a:gd name="connsiteX6" fmla="*/ 60960 w 99060"/>
                <a:gd name="connsiteY6" fmla="*/ 64770 h 64770"/>
                <a:gd name="connsiteX7" fmla="*/ 66675 w 99060"/>
                <a:gd name="connsiteY7" fmla="*/ 62865 h 64770"/>
                <a:gd name="connsiteX8" fmla="*/ 72390 w 99060"/>
                <a:gd name="connsiteY8" fmla="*/ 55245 h 64770"/>
                <a:gd name="connsiteX9" fmla="*/ 74295 w 99060"/>
                <a:gd name="connsiteY9" fmla="*/ 49530 h 64770"/>
                <a:gd name="connsiteX10" fmla="*/ 78105 w 99060"/>
                <a:gd name="connsiteY10" fmla="*/ 40005 h 64770"/>
                <a:gd name="connsiteX11" fmla="*/ 83820 w 99060"/>
                <a:gd name="connsiteY11" fmla="*/ 32385 h 64770"/>
                <a:gd name="connsiteX12" fmla="*/ 85725 w 99060"/>
                <a:gd name="connsiteY12" fmla="*/ 24765 h 64770"/>
                <a:gd name="connsiteX13" fmla="*/ 89535 w 99060"/>
                <a:gd name="connsiteY13" fmla="*/ 19050 h 64770"/>
                <a:gd name="connsiteX14" fmla="*/ 99060 w 99060"/>
                <a:gd name="connsiteY14" fmla="*/ 0 h 64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060" h="64770">
                  <a:moveTo>
                    <a:pt x="0" y="30480"/>
                  </a:moveTo>
                  <a:cubicBezTo>
                    <a:pt x="3175" y="33655"/>
                    <a:pt x="6568" y="36626"/>
                    <a:pt x="9525" y="40005"/>
                  </a:cubicBezTo>
                  <a:cubicBezTo>
                    <a:pt x="11033" y="41728"/>
                    <a:pt x="11716" y="44101"/>
                    <a:pt x="13335" y="45720"/>
                  </a:cubicBezTo>
                  <a:cubicBezTo>
                    <a:pt x="17911" y="50296"/>
                    <a:pt x="19342" y="49111"/>
                    <a:pt x="24765" y="51435"/>
                  </a:cubicBezTo>
                  <a:cubicBezTo>
                    <a:pt x="27375" y="52554"/>
                    <a:pt x="29790" y="54092"/>
                    <a:pt x="32385" y="55245"/>
                  </a:cubicBezTo>
                  <a:cubicBezTo>
                    <a:pt x="45607" y="61121"/>
                    <a:pt x="37623" y="57388"/>
                    <a:pt x="49530" y="60960"/>
                  </a:cubicBezTo>
                  <a:cubicBezTo>
                    <a:pt x="53377" y="62114"/>
                    <a:pt x="60960" y="64770"/>
                    <a:pt x="60960" y="64770"/>
                  </a:cubicBezTo>
                  <a:cubicBezTo>
                    <a:pt x="62865" y="64135"/>
                    <a:pt x="65132" y="64151"/>
                    <a:pt x="66675" y="62865"/>
                  </a:cubicBezTo>
                  <a:cubicBezTo>
                    <a:pt x="69114" y="60832"/>
                    <a:pt x="70815" y="58002"/>
                    <a:pt x="72390" y="55245"/>
                  </a:cubicBezTo>
                  <a:cubicBezTo>
                    <a:pt x="73386" y="53502"/>
                    <a:pt x="73590" y="51410"/>
                    <a:pt x="74295" y="49530"/>
                  </a:cubicBezTo>
                  <a:cubicBezTo>
                    <a:pt x="75496" y="46328"/>
                    <a:pt x="76444" y="42994"/>
                    <a:pt x="78105" y="40005"/>
                  </a:cubicBezTo>
                  <a:cubicBezTo>
                    <a:pt x="79647" y="37230"/>
                    <a:pt x="81915" y="34925"/>
                    <a:pt x="83820" y="32385"/>
                  </a:cubicBezTo>
                  <a:cubicBezTo>
                    <a:pt x="84455" y="29845"/>
                    <a:pt x="84694" y="27171"/>
                    <a:pt x="85725" y="24765"/>
                  </a:cubicBezTo>
                  <a:cubicBezTo>
                    <a:pt x="86627" y="22661"/>
                    <a:pt x="88439" y="21060"/>
                    <a:pt x="89535" y="19050"/>
                  </a:cubicBezTo>
                  <a:lnTo>
                    <a:pt x="99060" y="0"/>
                  </a:ln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D128E2EB-DAA6-41DA-88D1-467897C25B1B}"/>
              </a:ext>
            </a:extLst>
          </p:cNvPr>
          <p:cNvSpPr/>
          <p:nvPr/>
        </p:nvSpPr>
        <p:spPr>
          <a:xfrm>
            <a:off x="4817814" y="4601405"/>
            <a:ext cx="405116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</a:t>
            </a:r>
            <a:r>
              <a: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vi-VN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9A2801D-4F28-48E7-A8A3-459ED05F0254}"/>
              </a:ext>
            </a:extLst>
          </p:cNvPr>
          <p:cNvSpPr/>
          <p:nvPr/>
        </p:nvSpPr>
        <p:spPr>
          <a:xfrm>
            <a:off x="5592688" y="2997608"/>
            <a:ext cx="405671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</a:t>
            </a:r>
            <a:r>
              <a: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vi-VN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D02B9BC-4AE9-4C4A-91B2-E8586D01B860}"/>
              </a:ext>
            </a:extLst>
          </p:cNvPr>
          <p:cNvSpPr/>
          <p:nvPr/>
        </p:nvSpPr>
        <p:spPr>
          <a:xfrm>
            <a:off x="6014354" y="1590191"/>
            <a:ext cx="474491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</a:t>
            </a:r>
            <a:r>
              <a: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vi-VN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06EAB1A-4A38-4D78-A442-E49122A7EB31}"/>
              </a:ext>
            </a:extLst>
          </p:cNvPr>
          <p:cNvSpPr/>
          <p:nvPr/>
        </p:nvSpPr>
        <p:spPr>
          <a:xfrm>
            <a:off x="7971343" y="1703620"/>
            <a:ext cx="439938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</a:t>
            </a:r>
            <a:r>
              <a: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vi-VN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6BB03AE-9507-4127-AABF-BFC4F461E42C}"/>
              </a:ext>
            </a:extLst>
          </p:cNvPr>
          <p:cNvCxnSpPr>
            <a:cxnSpLocks/>
          </p:cNvCxnSpPr>
          <p:nvPr/>
        </p:nvCxnSpPr>
        <p:spPr>
          <a:xfrm>
            <a:off x="4709626" y="2718115"/>
            <a:ext cx="1236387" cy="0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9E42A5A8-AC2C-4230-B082-B9E68C317F18}"/>
              </a:ext>
            </a:extLst>
          </p:cNvPr>
          <p:cNvSpPr/>
          <p:nvPr/>
        </p:nvSpPr>
        <p:spPr>
          <a:xfrm>
            <a:off x="3885951" y="3860695"/>
            <a:ext cx="443520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L2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D212112-0538-4532-8730-017DF1A3CC86}"/>
              </a:ext>
            </a:extLst>
          </p:cNvPr>
          <p:cNvSpPr/>
          <p:nvPr/>
        </p:nvSpPr>
        <p:spPr>
          <a:xfrm>
            <a:off x="5040191" y="2442442"/>
            <a:ext cx="443520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a2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9" name="Left Bracket 88">
            <a:extLst>
              <a:ext uri="{FF2B5EF4-FFF2-40B4-BE49-F238E27FC236}">
                <a16:creationId xmlns:a16="http://schemas.microsoft.com/office/drawing/2014/main" id="{82EE311F-3CD7-43DD-9D99-F3F9C58E857B}"/>
              </a:ext>
            </a:extLst>
          </p:cNvPr>
          <p:cNvSpPr/>
          <p:nvPr/>
        </p:nvSpPr>
        <p:spPr>
          <a:xfrm rot="20584680">
            <a:off x="7450400" y="1018274"/>
            <a:ext cx="234573" cy="289552"/>
          </a:xfrm>
          <a:prstGeom prst="leftBracke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2EDF531-DF96-48C8-A490-E6BA324667EB}"/>
              </a:ext>
            </a:extLst>
          </p:cNvPr>
          <p:cNvCxnSpPr/>
          <p:nvPr/>
        </p:nvCxnSpPr>
        <p:spPr>
          <a:xfrm>
            <a:off x="4322562" y="2898270"/>
            <a:ext cx="0" cy="2446509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157EDFAE-3016-44CE-8C87-1175D9235D4B}"/>
              </a:ext>
            </a:extLst>
          </p:cNvPr>
          <p:cNvCxnSpPr>
            <a:cxnSpLocks/>
          </p:cNvCxnSpPr>
          <p:nvPr/>
        </p:nvCxnSpPr>
        <p:spPr>
          <a:xfrm flipV="1">
            <a:off x="3442332" y="5349255"/>
            <a:ext cx="833893" cy="2338"/>
          </a:xfrm>
          <a:prstGeom prst="straightConnector1">
            <a:avLst/>
          </a:prstGeom>
          <a:solidFill>
            <a:srgbClr val="78E5F4"/>
          </a:solidFill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3D6BD36E-2EE8-44EC-9673-729A1B1F8A51}"/>
              </a:ext>
            </a:extLst>
          </p:cNvPr>
          <p:cNvCxnSpPr>
            <a:cxnSpLocks/>
          </p:cNvCxnSpPr>
          <p:nvPr/>
        </p:nvCxnSpPr>
        <p:spPr>
          <a:xfrm flipV="1">
            <a:off x="4710186" y="4432934"/>
            <a:ext cx="3693" cy="893734"/>
          </a:xfrm>
          <a:prstGeom prst="straightConnector1">
            <a:avLst/>
          </a:prstGeom>
          <a:solidFill>
            <a:srgbClr val="78E5F4"/>
          </a:solidFill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1EA7184-4421-4741-B7DF-761488AA6AD1}"/>
              </a:ext>
            </a:extLst>
          </p:cNvPr>
          <p:cNvSpPr/>
          <p:nvPr/>
        </p:nvSpPr>
        <p:spPr>
          <a:xfrm>
            <a:off x="2772954" y="5844497"/>
            <a:ext cx="443520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X1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37DB012-0921-49BC-8985-B97E7173B464}"/>
              </a:ext>
            </a:extLst>
          </p:cNvPr>
          <p:cNvSpPr/>
          <p:nvPr/>
        </p:nvSpPr>
        <p:spPr>
          <a:xfrm>
            <a:off x="3613746" y="5057670"/>
            <a:ext cx="778529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X0ΞZ1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62C74688-431E-43EE-B33D-73043931B407}"/>
              </a:ext>
            </a:extLst>
          </p:cNvPr>
          <p:cNvCxnSpPr>
            <a:cxnSpLocks/>
          </p:cNvCxnSpPr>
          <p:nvPr/>
        </p:nvCxnSpPr>
        <p:spPr>
          <a:xfrm flipV="1">
            <a:off x="4700987" y="5348923"/>
            <a:ext cx="901921" cy="2670"/>
          </a:xfrm>
          <a:prstGeom prst="straightConnector1">
            <a:avLst/>
          </a:prstGeom>
          <a:solidFill>
            <a:srgbClr val="78E5F4"/>
          </a:solidFill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 107">
            <a:extLst>
              <a:ext uri="{FF2B5EF4-FFF2-40B4-BE49-F238E27FC236}">
                <a16:creationId xmlns:a16="http://schemas.microsoft.com/office/drawing/2014/main" id="{6E167C29-E685-4170-926C-F8D8880CBC8F}"/>
              </a:ext>
            </a:extLst>
          </p:cNvPr>
          <p:cNvSpPr/>
          <p:nvPr/>
        </p:nvSpPr>
        <p:spPr>
          <a:xfrm>
            <a:off x="4306416" y="4331128"/>
            <a:ext cx="443520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Z1’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071CE2EF-BC23-4008-B9C3-601DF28AD8F1}"/>
              </a:ext>
            </a:extLst>
          </p:cNvPr>
          <p:cNvSpPr/>
          <p:nvPr/>
        </p:nvSpPr>
        <p:spPr>
          <a:xfrm>
            <a:off x="4665397" y="4333966"/>
            <a:ext cx="443520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Z2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3C9FA354-9BEE-4DB5-9A94-6AE44FB32D31}"/>
              </a:ext>
            </a:extLst>
          </p:cNvPr>
          <p:cNvCxnSpPr>
            <a:cxnSpLocks/>
          </p:cNvCxnSpPr>
          <p:nvPr/>
        </p:nvCxnSpPr>
        <p:spPr>
          <a:xfrm flipH="1">
            <a:off x="4239475" y="5359318"/>
            <a:ext cx="457007" cy="591732"/>
          </a:xfrm>
          <a:prstGeom prst="straightConnector1">
            <a:avLst/>
          </a:prstGeom>
          <a:solidFill>
            <a:srgbClr val="78E5F4"/>
          </a:solidFill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6A1E48DA-4F67-4629-A102-42B6411792FE}"/>
              </a:ext>
            </a:extLst>
          </p:cNvPr>
          <p:cNvSpPr/>
          <p:nvPr/>
        </p:nvSpPr>
        <p:spPr>
          <a:xfrm>
            <a:off x="4090027" y="5873844"/>
            <a:ext cx="443520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X1’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F924FB08-BCCD-438E-A8BA-F21C4D657DB3}"/>
              </a:ext>
            </a:extLst>
          </p:cNvPr>
          <p:cNvCxnSpPr>
            <a:cxnSpLocks/>
          </p:cNvCxnSpPr>
          <p:nvPr/>
        </p:nvCxnSpPr>
        <p:spPr>
          <a:xfrm flipV="1">
            <a:off x="6076629" y="1964620"/>
            <a:ext cx="3693" cy="893734"/>
          </a:xfrm>
          <a:prstGeom prst="straightConnector1">
            <a:avLst/>
          </a:prstGeom>
          <a:solidFill>
            <a:srgbClr val="78E5F4"/>
          </a:solidFill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98DDAA99-4414-4699-933C-68C4196EE1CF}"/>
              </a:ext>
            </a:extLst>
          </p:cNvPr>
          <p:cNvCxnSpPr>
            <a:cxnSpLocks/>
          </p:cNvCxnSpPr>
          <p:nvPr/>
        </p:nvCxnSpPr>
        <p:spPr>
          <a:xfrm flipV="1">
            <a:off x="6067430" y="2880609"/>
            <a:ext cx="901921" cy="2670"/>
          </a:xfrm>
          <a:prstGeom prst="straightConnector1">
            <a:avLst/>
          </a:prstGeom>
          <a:solidFill>
            <a:srgbClr val="78E5F4"/>
          </a:solidFill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ctangle 138">
            <a:extLst>
              <a:ext uri="{FF2B5EF4-FFF2-40B4-BE49-F238E27FC236}">
                <a16:creationId xmlns:a16="http://schemas.microsoft.com/office/drawing/2014/main" id="{6A94F953-9B74-46C6-9246-6556712B7C3A}"/>
              </a:ext>
            </a:extLst>
          </p:cNvPr>
          <p:cNvSpPr/>
          <p:nvPr/>
        </p:nvSpPr>
        <p:spPr>
          <a:xfrm>
            <a:off x="5335143" y="5359757"/>
            <a:ext cx="443520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X2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07AE65DF-89CD-4C48-BC78-8F6AE1EAB40D}"/>
              </a:ext>
            </a:extLst>
          </p:cNvPr>
          <p:cNvSpPr/>
          <p:nvPr/>
        </p:nvSpPr>
        <p:spPr>
          <a:xfrm>
            <a:off x="5691696" y="1965892"/>
            <a:ext cx="443520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Z3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BA41DDB2-A0D6-43EE-B19E-910A5FC7706B}"/>
              </a:ext>
            </a:extLst>
          </p:cNvPr>
          <p:cNvSpPr/>
          <p:nvPr/>
        </p:nvSpPr>
        <p:spPr>
          <a:xfrm>
            <a:off x="6681764" y="2856059"/>
            <a:ext cx="443520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vi-V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6FEF1DEE-51B1-46F5-86BC-58171D78B984}"/>
              </a:ext>
            </a:extLst>
          </p:cNvPr>
          <p:cNvCxnSpPr>
            <a:cxnSpLocks/>
          </p:cNvCxnSpPr>
          <p:nvPr/>
        </p:nvCxnSpPr>
        <p:spPr>
          <a:xfrm flipV="1">
            <a:off x="6023475" y="1361474"/>
            <a:ext cx="921254" cy="295769"/>
          </a:xfrm>
          <a:prstGeom prst="straightConnector1">
            <a:avLst/>
          </a:prstGeom>
          <a:solidFill>
            <a:srgbClr val="78E5F4"/>
          </a:solidFill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0F510AF0-862E-4F5F-AD5F-110A5A685EB7}"/>
              </a:ext>
            </a:extLst>
          </p:cNvPr>
          <p:cNvCxnSpPr>
            <a:cxnSpLocks/>
          </p:cNvCxnSpPr>
          <p:nvPr/>
        </p:nvCxnSpPr>
        <p:spPr>
          <a:xfrm flipV="1">
            <a:off x="6061291" y="1643814"/>
            <a:ext cx="901921" cy="2670"/>
          </a:xfrm>
          <a:prstGeom prst="straightConnector1">
            <a:avLst/>
          </a:prstGeom>
          <a:solidFill>
            <a:srgbClr val="78E5F4"/>
          </a:solidFill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F7C5BE8A-D5D9-4FEB-A392-87903D5168F9}"/>
              </a:ext>
            </a:extLst>
          </p:cNvPr>
          <p:cNvCxnSpPr>
            <a:cxnSpLocks/>
            <a:endCxn id="164" idx="2"/>
          </p:cNvCxnSpPr>
          <p:nvPr/>
        </p:nvCxnSpPr>
        <p:spPr>
          <a:xfrm flipH="1">
            <a:off x="5474424" y="1673204"/>
            <a:ext cx="544537" cy="566811"/>
          </a:xfrm>
          <a:prstGeom prst="straightConnector1">
            <a:avLst/>
          </a:prstGeom>
          <a:solidFill>
            <a:srgbClr val="78E5F4"/>
          </a:solidFill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Rectangle 160">
            <a:extLst>
              <a:ext uri="{FF2B5EF4-FFF2-40B4-BE49-F238E27FC236}">
                <a16:creationId xmlns:a16="http://schemas.microsoft.com/office/drawing/2014/main" id="{10ADF2D7-FA15-46E7-A92D-4C5C69F4FCB0}"/>
              </a:ext>
            </a:extLst>
          </p:cNvPr>
          <p:cNvSpPr/>
          <p:nvPr/>
        </p:nvSpPr>
        <p:spPr>
          <a:xfrm>
            <a:off x="5365330" y="2165410"/>
            <a:ext cx="443520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Z4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CE88A113-523C-44F5-99AB-7949913C4A41}"/>
              </a:ext>
            </a:extLst>
          </p:cNvPr>
          <p:cNvSpPr/>
          <p:nvPr/>
        </p:nvSpPr>
        <p:spPr>
          <a:xfrm>
            <a:off x="6602562" y="1616666"/>
            <a:ext cx="443520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X3’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2B2D0E04-D196-44C7-A508-4D9CD2F9E3F7}"/>
              </a:ext>
            </a:extLst>
          </p:cNvPr>
          <p:cNvSpPr/>
          <p:nvPr/>
        </p:nvSpPr>
        <p:spPr>
          <a:xfrm>
            <a:off x="6625216" y="1103676"/>
            <a:ext cx="443520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vi-V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D33C01D6-3776-4213-ADD3-A415CBE32516}"/>
              </a:ext>
            </a:extLst>
          </p:cNvPr>
          <p:cNvSpPr/>
          <p:nvPr/>
        </p:nvSpPr>
        <p:spPr>
          <a:xfrm>
            <a:off x="5252664" y="1932238"/>
            <a:ext cx="443520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Z3’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66BAEA9D-5EBE-416C-9A69-9AD3F8D8D172}"/>
              </a:ext>
            </a:extLst>
          </p:cNvPr>
          <p:cNvCxnSpPr>
            <a:cxnSpLocks/>
          </p:cNvCxnSpPr>
          <p:nvPr/>
        </p:nvCxnSpPr>
        <p:spPr>
          <a:xfrm flipH="1">
            <a:off x="3002288" y="5326668"/>
            <a:ext cx="457007" cy="591732"/>
          </a:xfrm>
          <a:prstGeom prst="straightConnector1">
            <a:avLst/>
          </a:prstGeom>
          <a:solidFill>
            <a:srgbClr val="78E5F4"/>
          </a:solidFill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121361A8-7598-4F67-A8CE-1778A85DD1E6}"/>
              </a:ext>
            </a:extLst>
          </p:cNvPr>
          <p:cNvCxnSpPr>
            <a:cxnSpLocks/>
          </p:cNvCxnSpPr>
          <p:nvPr/>
        </p:nvCxnSpPr>
        <p:spPr>
          <a:xfrm flipV="1">
            <a:off x="7581650" y="853860"/>
            <a:ext cx="921254" cy="295769"/>
          </a:xfrm>
          <a:prstGeom prst="straightConnector1">
            <a:avLst/>
          </a:prstGeom>
          <a:solidFill>
            <a:srgbClr val="78E5F4"/>
          </a:solidFill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B71B7968-E7CE-4C3F-9193-43BA42F33040}"/>
              </a:ext>
            </a:extLst>
          </p:cNvPr>
          <p:cNvCxnSpPr>
            <a:cxnSpLocks/>
          </p:cNvCxnSpPr>
          <p:nvPr/>
        </p:nvCxnSpPr>
        <p:spPr>
          <a:xfrm flipH="1">
            <a:off x="7562372" y="1165590"/>
            <a:ext cx="14764" cy="774257"/>
          </a:xfrm>
          <a:prstGeom prst="straightConnector1">
            <a:avLst/>
          </a:prstGeom>
          <a:solidFill>
            <a:srgbClr val="78E5F4"/>
          </a:solidFill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Rectangle 195">
            <a:extLst>
              <a:ext uri="{FF2B5EF4-FFF2-40B4-BE49-F238E27FC236}">
                <a16:creationId xmlns:a16="http://schemas.microsoft.com/office/drawing/2014/main" id="{848BEF48-02FE-4FC2-8E64-D60A251D245E}"/>
              </a:ext>
            </a:extLst>
          </p:cNvPr>
          <p:cNvSpPr/>
          <p:nvPr/>
        </p:nvSpPr>
        <p:spPr>
          <a:xfrm>
            <a:off x="7900554" y="555882"/>
            <a:ext cx="935056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Z5ΞZ5’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9A57ADB7-6882-4219-8E38-A0393DF94E50}"/>
              </a:ext>
            </a:extLst>
          </p:cNvPr>
          <p:cNvSpPr/>
          <p:nvPr/>
        </p:nvSpPr>
        <p:spPr>
          <a:xfrm>
            <a:off x="8266228" y="858151"/>
            <a:ext cx="443520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X4’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D9DE642-FFD5-4415-AABB-3E6B1B02665D}"/>
              </a:ext>
            </a:extLst>
          </p:cNvPr>
          <p:cNvSpPr/>
          <p:nvPr/>
        </p:nvSpPr>
        <p:spPr>
          <a:xfrm>
            <a:off x="7498628" y="1759936"/>
            <a:ext cx="443520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vi-V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B7C1C767-CBDB-4B49-A11F-1F131DC1BF28}"/>
              </a:ext>
            </a:extLst>
          </p:cNvPr>
          <p:cNvCxnSpPr>
            <a:cxnSpLocks/>
          </p:cNvCxnSpPr>
          <p:nvPr/>
        </p:nvCxnSpPr>
        <p:spPr>
          <a:xfrm flipV="1">
            <a:off x="8825537" y="445070"/>
            <a:ext cx="921254" cy="295769"/>
          </a:xfrm>
          <a:prstGeom prst="straightConnector1">
            <a:avLst/>
          </a:prstGeom>
          <a:solidFill>
            <a:srgbClr val="78E5F4"/>
          </a:solidFill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1BCF6F21-E37D-49B6-A144-5F766BC019CF}"/>
              </a:ext>
            </a:extLst>
          </p:cNvPr>
          <p:cNvCxnSpPr>
            <a:cxnSpLocks/>
          </p:cNvCxnSpPr>
          <p:nvPr/>
        </p:nvCxnSpPr>
        <p:spPr>
          <a:xfrm flipH="1">
            <a:off x="8806259" y="756800"/>
            <a:ext cx="14764" cy="774257"/>
          </a:xfrm>
          <a:prstGeom prst="straightConnector1">
            <a:avLst/>
          </a:prstGeom>
          <a:solidFill>
            <a:srgbClr val="78E5F4"/>
          </a:solidFill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Rectangle 201">
            <a:extLst>
              <a:ext uri="{FF2B5EF4-FFF2-40B4-BE49-F238E27FC236}">
                <a16:creationId xmlns:a16="http://schemas.microsoft.com/office/drawing/2014/main" id="{0CB5B0F8-9EE9-42FE-8534-B8EA4971CFE7}"/>
              </a:ext>
            </a:extLst>
          </p:cNvPr>
          <p:cNvSpPr/>
          <p:nvPr/>
        </p:nvSpPr>
        <p:spPr>
          <a:xfrm>
            <a:off x="9419811" y="179485"/>
            <a:ext cx="443520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ZE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21B8C6F8-2371-4420-ADF6-7396E60DF40D}"/>
              </a:ext>
            </a:extLst>
          </p:cNvPr>
          <p:cNvSpPr/>
          <p:nvPr/>
        </p:nvSpPr>
        <p:spPr>
          <a:xfrm>
            <a:off x="8742515" y="1351146"/>
            <a:ext cx="443520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BAB1AF90-567A-4808-982F-435D5EED0A34}"/>
              </a:ext>
            </a:extLst>
          </p:cNvPr>
          <p:cNvCxnSpPr>
            <a:cxnSpLocks/>
          </p:cNvCxnSpPr>
          <p:nvPr/>
        </p:nvCxnSpPr>
        <p:spPr>
          <a:xfrm flipH="1" flipV="1">
            <a:off x="7313082" y="448706"/>
            <a:ext cx="277537" cy="705169"/>
          </a:xfrm>
          <a:prstGeom prst="straightConnector1">
            <a:avLst/>
          </a:prstGeom>
          <a:solidFill>
            <a:srgbClr val="78E5F4"/>
          </a:solidFill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Rectangle 205">
            <a:extLst>
              <a:ext uri="{FF2B5EF4-FFF2-40B4-BE49-F238E27FC236}">
                <a16:creationId xmlns:a16="http://schemas.microsoft.com/office/drawing/2014/main" id="{A3D5BC92-E0E7-4728-9E72-14D5F9922A3D}"/>
              </a:ext>
            </a:extLst>
          </p:cNvPr>
          <p:cNvSpPr/>
          <p:nvPr/>
        </p:nvSpPr>
        <p:spPr>
          <a:xfrm>
            <a:off x="6783730" y="262577"/>
            <a:ext cx="443520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Z4’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D2785570-F343-6DB4-A3D4-DB3787F8E037}"/>
              </a:ext>
            </a:extLst>
          </p:cNvPr>
          <p:cNvCxnSpPr>
            <a:cxnSpLocks/>
            <a:endCxn id="162" idx="3"/>
          </p:cNvCxnSpPr>
          <p:nvPr/>
        </p:nvCxnSpPr>
        <p:spPr>
          <a:xfrm flipH="1">
            <a:off x="7046082" y="1158904"/>
            <a:ext cx="534000" cy="611651"/>
          </a:xfrm>
          <a:prstGeom prst="straightConnector1">
            <a:avLst/>
          </a:prstGeom>
          <a:solidFill>
            <a:srgbClr val="78E5F4"/>
          </a:solidFill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ectangle 111">
            <a:extLst>
              <a:ext uri="{FF2B5EF4-FFF2-40B4-BE49-F238E27FC236}">
                <a16:creationId xmlns:a16="http://schemas.microsoft.com/office/drawing/2014/main" id="{C1CE6DFE-87AD-0E7C-07BB-46ADF1172952}"/>
              </a:ext>
            </a:extLst>
          </p:cNvPr>
          <p:cNvSpPr/>
          <p:nvPr/>
        </p:nvSpPr>
        <p:spPr>
          <a:xfrm>
            <a:off x="6897696" y="1731373"/>
            <a:ext cx="443520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X5’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54A01BEE-C349-A72C-63FA-DC86B2339B0A}"/>
              </a:ext>
            </a:extLst>
          </p:cNvPr>
          <p:cNvSpPr/>
          <p:nvPr/>
        </p:nvSpPr>
        <p:spPr>
          <a:xfrm>
            <a:off x="7490208" y="685063"/>
            <a:ext cx="474491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q5</a:t>
            </a:r>
          </a:p>
        </p:txBody>
      </p:sp>
    </p:spTree>
    <p:extLst>
      <p:ext uri="{BB962C8B-B14F-4D97-AF65-F5344CB8AC3E}">
        <p14:creationId xmlns:p14="http://schemas.microsoft.com/office/powerpoint/2010/main" val="3467414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90">
            <a:extLst>
              <a:ext uri="{FF2B5EF4-FFF2-40B4-BE49-F238E27FC236}">
                <a16:creationId xmlns:a16="http://schemas.microsoft.com/office/drawing/2014/main" id="{F7D29C95-2264-49BD-B89D-4D0E6E95F5D2}"/>
              </a:ext>
            </a:extLst>
          </p:cNvPr>
          <p:cNvSpPr txBox="1"/>
          <p:nvPr/>
        </p:nvSpPr>
        <p:spPr>
          <a:xfrm>
            <a:off x="4514901" y="5980418"/>
            <a:ext cx="452008" cy="31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vi-VN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O2</a:t>
            </a:r>
            <a:endParaRPr lang="en-SG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8D8FE9E-6D16-4545-A978-7D82CDE2B7FB}"/>
              </a:ext>
            </a:extLst>
          </p:cNvPr>
          <p:cNvSpPr txBox="1"/>
          <p:nvPr/>
        </p:nvSpPr>
        <p:spPr>
          <a:xfrm>
            <a:off x="6479799" y="606792"/>
            <a:ext cx="426634" cy="312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vi-VN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endParaRPr lang="en-SG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C171D05-68D0-4883-A8A1-7185839A8739}"/>
              </a:ext>
            </a:extLst>
          </p:cNvPr>
          <p:cNvSpPr/>
          <p:nvPr/>
        </p:nvSpPr>
        <p:spPr>
          <a:xfrm>
            <a:off x="3148549" y="6278813"/>
            <a:ext cx="539580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q1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4AAC1C2B-6723-4A97-9FD8-50E12117F6A0}"/>
              </a:ext>
            </a:extLst>
          </p:cNvPr>
          <p:cNvSpPr/>
          <p:nvPr/>
        </p:nvSpPr>
        <p:spPr>
          <a:xfrm>
            <a:off x="5901502" y="2858861"/>
            <a:ext cx="93475" cy="93475"/>
          </a:xfrm>
          <a:prstGeom prst="ellipse">
            <a:avLst/>
          </a:prstGeom>
          <a:ln w="254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812FD2BF-DAF2-4D0A-B70E-539968A6FE5B}"/>
              </a:ext>
            </a:extLst>
          </p:cNvPr>
          <p:cNvGrpSpPr/>
          <p:nvPr/>
        </p:nvGrpSpPr>
        <p:grpSpPr>
          <a:xfrm rot="10800000">
            <a:off x="4545404" y="5765579"/>
            <a:ext cx="391005" cy="225791"/>
            <a:chOff x="5629680" y="3899949"/>
            <a:chExt cx="238760" cy="225791"/>
          </a:xfrm>
        </p:grpSpPr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2B8356F4-8C53-458F-96B4-165C0042894E}"/>
                </a:ext>
              </a:extLst>
            </p:cNvPr>
            <p:cNvCxnSpPr>
              <a:cxnSpLocks/>
            </p:cNvCxnSpPr>
            <p:nvPr/>
          </p:nvCxnSpPr>
          <p:spPr>
            <a:xfrm>
              <a:off x="5629680" y="4125740"/>
              <a:ext cx="238760" cy="0"/>
            </a:xfrm>
            <a:prstGeom prst="line">
              <a:avLst/>
            </a:prstGeom>
            <a:ln w="508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64B086AA-3AE5-4B9F-A761-06F75222C8B4}"/>
                </a:ext>
              </a:extLst>
            </p:cNvPr>
            <p:cNvCxnSpPr>
              <a:cxnSpLocks/>
            </p:cNvCxnSpPr>
            <p:nvPr/>
          </p:nvCxnSpPr>
          <p:spPr>
            <a:xfrm>
              <a:off x="5629680" y="3899949"/>
              <a:ext cx="238760" cy="0"/>
            </a:xfrm>
            <a:prstGeom prst="line">
              <a:avLst/>
            </a:prstGeom>
            <a:ln w="508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A3760E21-C16E-4619-97BE-D4CA5B199B54}"/>
              </a:ext>
            </a:extLst>
          </p:cNvPr>
          <p:cNvCxnSpPr>
            <a:cxnSpLocks/>
          </p:cNvCxnSpPr>
          <p:nvPr/>
        </p:nvCxnSpPr>
        <p:spPr>
          <a:xfrm>
            <a:off x="6486825" y="844592"/>
            <a:ext cx="355729" cy="148853"/>
          </a:xfrm>
          <a:prstGeom prst="line">
            <a:avLst/>
          </a:prstGeom>
          <a:ln w="349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E071355B-67B6-4038-862D-0550756109C8}"/>
              </a:ext>
            </a:extLst>
          </p:cNvPr>
          <p:cNvCxnSpPr>
            <a:cxnSpLocks/>
          </p:cNvCxnSpPr>
          <p:nvPr/>
        </p:nvCxnSpPr>
        <p:spPr>
          <a:xfrm flipV="1">
            <a:off x="6829706" y="563843"/>
            <a:ext cx="400469" cy="447101"/>
          </a:xfrm>
          <a:prstGeom prst="line">
            <a:avLst/>
          </a:prstGeom>
          <a:ln w="349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D4F5C314-6E8C-48BA-BCAC-86F857B6C88A}"/>
              </a:ext>
            </a:extLst>
          </p:cNvPr>
          <p:cNvCxnSpPr>
            <a:cxnSpLocks/>
          </p:cNvCxnSpPr>
          <p:nvPr/>
        </p:nvCxnSpPr>
        <p:spPr>
          <a:xfrm flipV="1">
            <a:off x="6485737" y="325761"/>
            <a:ext cx="41832" cy="538991"/>
          </a:xfrm>
          <a:prstGeom prst="line">
            <a:avLst/>
          </a:prstGeom>
          <a:ln w="349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0D5009AD-33C1-4F8C-A768-39D7356CAB68}"/>
              </a:ext>
            </a:extLst>
          </p:cNvPr>
          <p:cNvGrpSpPr/>
          <p:nvPr/>
        </p:nvGrpSpPr>
        <p:grpSpPr>
          <a:xfrm>
            <a:off x="6275966" y="5472659"/>
            <a:ext cx="274160" cy="879805"/>
            <a:chOff x="7055158" y="4517529"/>
            <a:chExt cx="274160" cy="879805"/>
          </a:xfrm>
        </p:grpSpPr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8531AB9A-2994-454E-B6B9-7695E3A4260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641012" y="4931681"/>
              <a:ext cx="828303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8CDC8F38-B137-489C-AB5D-1CC58FEDCF11}"/>
                </a:ext>
              </a:extLst>
            </p:cNvPr>
            <p:cNvCxnSpPr>
              <a:cxnSpLocks/>
            </p:cNvCxnSpPr>
            <p:nvPr/>
          </p:nvCxnSpPr>
          <p:spPr>
            <a:xfrm>
              <a:off x="7055158" y="5277916"/>
              <a:ext cx="274160" cy="11941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9FBCDA85-B4F0-45D5-B52D-590FF4B55FBA}"/>
                </a:ext>
              </a:extLst>
            </p:cNvPr>
            <p:cNvCxnSpPr>
              <a:cxnSpLocks/>
            </p:cNvCxnSpPr>
            <p:nvPr/>
          </p:nvCxnSpPr>
          <p:spPr>
            <a:xfrm>
              <a:off x="7059871" y="5178911"/>
              <a:ext cx="262622" cy="1149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AC9A87A8-F5D6-4FF8-9B94-10957F085279}"/>
                </a:ext>
              </a:extLst>
            </p:cNvPr>
            <p:cNvCxnSpPr>
              <a:cxnSpLocks/>
            </p:cNvCxnSpPr>
            <p:nvPr/>
          </p:nvCxnSpPr>
          <p:spPr>
            <a:xfrm>
              <a:off x="7055162" y="5081847"/>
              <a:ext cx="274156" cy="11303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5DFE261F-34A0-47C8-94C6-E9ACAA2A69EC}"/>
                </a:ext>
              </a:extLst>
            </p:cNvPr>
            <p:cNvCxnSpPr>
              <a:cxnSpLocks/>
            </p:cNvCxnSpPr>
            <p:nvPr/>
          </p:nvCxnSpPr>
          <p:spPr>
            <a:xfrm>
              <a:off x="7061991" y="4982842"/>
              <a:ext cx="260502" cy="1151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691169FF-3701-4916-867B-235781C0F499}"/>
                </a:ext>
              </a:extLst>
            </p:cNvPr>
            <p:cNvCxnSpPr>
              <a:cxnSpLocks/>
            </p:cNvCxnSpPr>
            <p:nvPr/>
          </p:nvCxnSpPr>
          <p:spPr>
            <a:xfrm>
              <a:off x="7055166" y="4885905"/>
              <a:ext cx="267327" cy="11948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BA1B7455-33A2-467F-9A91-8FEADA07D967}"/>
                </a:ext>
              </a:extLst>
            </p:cNvPr>
            <p:cNvCxnSpPr>
              <a:cxnSpLocks/>
            </p:cNvCxnSpPr>
            <p:nvPr/>
          </p:nvCxnSpPr>
          <p:spPr>
            <a:xfrm>
              <a:off x="7055166" y="4784744"/>
              <a:ext cx="260494" cy="11719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EC86F92D-6BBB-467E-9651-B29CD880FFD4}"/>
                </a:ext>
              </a:extLst>
            </p:cNvPr>
            <p:cNvCxnSpPr>
              <a:cxnSpLocks/>
            </p:cNvCxnSpPr>
            <p:nvPr/>
          </p:nvCxnSpPr>
          <p:spPr>
            <a:xfrm>
              <a:off x="7055166" y="4683583"/>
              <a:ext cx="260494" cy="11719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FCB36F40-9419-4E3D-846F-B43315782CCE}"/>
                </a:ext>
              </a:extLst>
            </p:cNvPr>
            <p:cNvCxnSpPr>
              <a:cxnSpLocks/>
            </p:cNvCxnSpPr>
            <p:nvPr/>
          </p:nvCxnSpPr>
          <p:spPr>
            <a:xfrm>
              <a:off x="7055166" y="4582422"/>
              <a:ext cx="260494" cy="10747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B92CE1FD-6C94-4DB3-9690-C62EB886972E}"/>
              </a:ext>
            </a:extLst>
          </p:cNvPr>
          <p:cNvCxnSpPr>
            <a:cxnSpLocks/>
          </p:cNvCxnSpPr>
          <p:nvPr/>
        </p:nvCxnSpPr>
        <p:spPr>
          <a:xfrm>
            <a:off x="2654140" y="5474525"/>
            <a:ext cx="0" cy="828304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E72F87E9-46BA-43F3-AD8F-FC42C947A400}"/>
              </a:ext>
            </a:extLst>
          </p:cNvPr>
          <p:cNvCxnSpPr>
            <a:cxnSpLocks/>
          </p:cNvCxnSpPr>
          <p:nvPr/>
        </p:nvCxnSpPr>
        <p:spPr>
          <a:xfrm flipH="1">
            <a:off x="2391717" y="5480329"/>
            <a:ext cx="271291" cy="2743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4F212013-D6C5-490F-8E78-0CFC88502D23}"/>
              </a:ext>
            </a:extLst>
          </p:cNvPr>
          <p:cNvCxnSpPr>
            <a:cxnSpLocks/>
          </p:cNvCxnSpPr>
          <p:nvPr/>
        </p:nvCxnSpPr>
        <p:spPr>
          <a:xfrm flipH="1">
            <a:off x="2403033" y="5657329"/>
            <a:ext cx="251106" cy="23134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56C1324D-253F-45C1-9726-2DCB8D074DA0}"/>
              </a:ext>
            </a:extLst>
          </p:cNvPr>
          <p:cNvCxnSpPr>
            <a:cxnSpLocks/>
          </p:cNvCxnSpPr>
          <p:nvPr/>
        </p:nvCxnSpPr>
        <p:spPr>
          <a:xfrm flipH="1">
            <a:off x="2407791" y="5792179"/>
            <a:ext cx="246348" cy="24450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ADFB067A-F2F2-463E-9E6E-BE9CF5D3B952}"/>
              </a:ext>
            </a:extLst>
          </p:cNvPr>
          <p:cNvCxnSpPr>
            <a:cxnSpLocks/>
          </p:cNvCxnSpPr>
          <p:nvPr/>
        </p:nvCxnSpPr>
        <p:spPr>
          <a:xfrm flipH="1">
            <a:off x="2413961" y="5958469"/>
            <a:ext cx="240178" cy="24117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8B814829-5DF0-4A4A-8607-D6E2C7DCC41E}"/>
              </a:ext>
            </a:extLst>
          </p:cNvPr>
          <p:cNvCxnSpPr>
            <a:cxnSpLocks/>
          </p:cNvCxnSpPr>
          <p:nvPr/>
        </p:nvCxnSpPr>
        <p:spPr>
          <a:xfrm flipH="1">
            <a:off x="2426744" y="6133751"/>
            <a:ext cx="227914" cy="22889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8633C613-A4EC-4430-873E-7EFAD05C79D3}"/>
              </a:ext>
            </a:extLst>
          </p:cNvPr>
          <p:cNvCxnSpPr>
            <a:cxnSpLocks/>
          </p:cNvCxnSpPr>
          <p:nvPr/>
        </p:nvCxnSpPr>
        <p:spPr>
          <a:xfrm flipH="1">
            <a:off x="2437710" y="6290239"/>
            <a:ext cx="229201" cy="21119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1AFECD59-8D14-40C3-B09E-FE80AA0CA9FF}"/>
              </a:ext>
            </a:extLst>
          </p:cNvPr>
          <p:cNvCxnSpPr>
            <a:cxnSpLocks/>
          </p:cNvCxnSpPr>
          <p:nvPr/>
        </p:nvCxnSpPr>
        <p:spPr>
          <a:xfrm flipH="1">
            <a:off x="2654143" y="5868109"/>
            <a:ext cx="3603665" cy="8953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0DE6C185-E5A3-4F80-B775-CC1CC9ED3F37}"/>
              </a:ext>
            </a:extLst>
          </p:cNvPr>
          <p:cNvCxnSpPr>
            <a:cxnSpLocks/>
          </p:cNvCxnSpPr>
          <p:nvPr/>
        </p:nvCxnSpPr>
        <p:spPr>
          <a:xfrm>
            <a:off x="4741582" y="3370697"/>
            <a:ext cx="191" cy="2407822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5EA2127C-695F-4B22-816B-2D3B27983FC9}"/>
              </a:ext>
            </a:extLst>
          </p:cNvPr>
          <p:cNvCxnSpPr>
            <a:cxnSpLocks/>
          </p:cNvCxnSpPr>
          <p:nvPr/>
        </p:nvCxnSpPr>
        <p:spPr>
          <a:xfrm flipH="1" flipV="1">
            <a:off x="4733520" y="3389111"/>
            <a:ext cx="1103505" cy="616542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A10B3218-E4A3-43A2-AA86-A8C15CD36219}"/>
              </a:ext>
            </a:extLst>
          </p:cNvPr>
          <p:cNvCxnSpPr>
            <a:cxnSpLocks/>
          </p:cNvCxnSpPr>
          <p:nvPr/>
        </p:nvCxnSpPr>
        <p:spPr>
          <a:xfrm rot="5400000">
            <a:off x="5623998" y="3974118"/>
            <a:ext cx="442710" cy="0"/>
          </a:xfrm>
          <a:prstGeom prst="line">
            <a:avLst/>
          </a:prstGeom>
          <a:ln w="508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29DA3B14-4E22-4A20-937F-BC122BF8562F}"/>
              </a:ext>
            </a:extLst>
          </p:cNvPr>
          <p:cNvCxnSpPr>
            <a:cxnSpLocks/>
          </p:cNvCxnSpPr>
          <p:nvPr/>
        </p:nvCxnSpPr>
        <p:spPr>
          <a:xfrm rot="5400000">
            <a:off x="5822200" y="4158862"/>
            <a:ext cx="442710" cy="0"/>
          </a:xfrm>
          <a:prstGeom prst="line">
            <a:avLst/>
          </a:prstGeom>
          <a:ln w="508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3F500C9B-24F7-4051-8642-B7A069A8A145}"/>
              </a:ext>
            </a:extLst>
          </p:cNvPr>
          <p:cNvCxnSpPr>
            <a:cxnSpLocks/>
          </p:cNvCxnSpPr>
          <p:nvPr/>
        </p:nvCxnSpPr>
        <p:spPr>
          <a:xfrm>
            <a:off x="5948240" y="2910981"/>
            <a:ext cx="0" cy="1791327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8DDD0140-7E3D-4EBC-A6DD-9AECC97145CF}"/>
              </a:ext>
            </a:extLst>
          </p:cNvPr>
          <p:cNvCxnSpPr>
            <a:cxnSpLocks/>
          </p:cNvCxnSpPr>
          <p:nvPr/>
        </p:nvCxnSpPr>
        <p:spPr>
          <a:xfrm>
            <a:off x="5823196" y="4611957"/>
            <a:ext cx="241249" cy="142489"/>
          </a:xfrm>
          <a:prstGeom prst="line">
            <a:avLst/>
          </a:prstGeom>
          <a:ln w="508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C7A6C16D-9A9E-4FBA-AED7-92EB372C3CCC}"/>
              </a:ext>
            </a:extLst>
          </p:cNvPr>
          <p:cNvCxnSpPr>
            <a:cxnSpLocks/>
          </p:cNvCxnSpPr>
          <p:nvPr/>
        </p:nvCxnSpPr>
        <p:spPr>
          <a:xfrm flipH="1">
            <a:off x="5958822" y="1977480"/>
            <a:ext cx="323977" cy="927518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3FA651B4-B443-412C-8E51-6683CE9D3332}"/>
              </a:ext>
            </a:extLst>
          </p:cNvPr>
          <p:cNvGrpSpPr/>
          <p:nvPr/>
        </p:nvGrpSpPr>
        <p:grpSpPr>
          <a:xfrm>
            <a:off x="2612011" y="4850804"/>
            <a:ext cx="459107" cy="1066889"/>
            <a:chOff x="7070895" y="4556010"/>
            <a:chExt cx="459107" cy="1066889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28325D91-DE99-42E9-B249-CB83576A3802}"/>
                </a:ext>
              </a:extLst>
            </p:cNvPr>
            <p:cNvSpPr/>
            <p:nvPr/>
          </p:nvSpPr>
          <p:spPr>
            <a:xfrm>
              <a:off x="7070895" y="4556010"/>
              <a:ext cx="459107" cy="30777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vi-VN" sz="1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Z0</a:t>
              </a:r>
              <a:endParaRPr lang="vi-V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8D99C21E-09C1-4AF7-9E51-529FE3D55CCF}"/>
                </a:ext>
              </a:extLst>
            </p:cNvPr>
            <p:cNvSpPr/>
            <p:nvPr/>
          </p:nvSpPr>
          <p:spPr>
            <a:xfrm flipV="1">
              <a:off x="7070895" y="5537842"/>
              <a:ext cx="85057" cy="85057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6" name="Oval 105">
            <a:extLst>
              <a:ext uri="{FF2B5EF4-FFF2-40B4-BE49-F238E27FC236}">
                <a16:creationId xmlns:a16="http://schemas.microsoft.com/office/drawing/2014/main" id="{30805407-C65E-412A-A299-6D5CB9ED340B}"/>
              </a:ext>
            </a:extLst>
          </p:cNvPr>
          <p:cNvSpPr/>
          <p:nvPr/>
        </p:nvSpPr>
        <p:spPr>
          <a:xfrm flipV="1">
            <a:off x="4690991" y="5836665"/>
            <a:ext cx="85057" cy="850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220A4B6D-9D69-4053-A42A-22A48D11455E}"/>
              </a:ext>
            </a:extLst>
          </p:cNvPr>
          <p:cNvSpPr/>
          <p:nvPr/>
        </p:nvSpPr>
        <p:spPr>
          <a:xfrm flipV="1">
            <a:off x="5899869" y="4014542"/>
            <a:ext cx="85057" cy="850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35FA6043-D151-4F3D-9C7F-A1DAD1D2E3C8}"/>
              </a:ext>
            </a:extLst>
          </p:cNvPr>
          <p:cNvSpPr/>
          <p:nvPr/>
        </p:nvSpPr>
        <p:spPr>
          <a:xfrm flipV="1">
            <a:off x="5911032" y="2857135"/>
            <a:ext cx="65575" cy="9195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FDB5A1B-AA6C-4616-935B-3ECB85E9A2F8}"/>
              </a:ext>
            </a:extLst>
          </p:cNvPr>
          <p:cNvSpPr txBox="1"/>
          <p:nvPr/>
        </p:nvSpPr>
        <p:spPr>
          <a:xfrm>
            <a:off x="2634636" y="5868109"/>
            <a:ext cx="778530" cy="31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vi-VN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 = O1</a:t>
            </a:r>
            <a:endParaRPr lang="en-SG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0BF473FB-77E5-4979-A18E-0E1716060968}"/>
              </a:ext>
            </a:extLst>
          </p:cNvPr>
          <p:cNvSpPr txBox="1"/>
          <p:nvPr/>
        </p:nvSpPr>
        <p:spPr>
          <a:xfrm>
            <a:off x="5581850" y="4136128"/>
            <a:ext cx="414978" cy="31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vi-VN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endParaRPr lang="en-SG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3EF8E3B-C944-4931-AC41-D8A1EC0EDF22}"/>
              </a:ext>
            </a:extLst>
          </p:cNvPr>
          <p:cNvSpPr txBox="1"/>
          <p:nvPr/>
        </p:nvSpPr>
        <p:spPr>
          <a:xfrm>
            <a:off x="5561656" y="2636389"/>
            <a:ext cx="481899" cy="31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vi-VN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endParaRPr lang="en-SG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CF114ED4-98A5-44B3-9ADE-79F797B63BD1}"/>
              </a:ext>
            </a:extLst>
          </p:cNvPr>
          <p:cNvSpPr txBox="1"/>
          <p:nvPr/>
        </p:nvSpPr>
        <p:spPr>
          <a:xfrm>
            <a:off x="5882232" y="1879176"/>
            <a:ext cx="498546" cy="31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vi-VN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endParaRPr lang="en-SG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1CD0DF59-B15E-4F2A-952C-6B21E7C5108A}"/>
              </a:ext>
            </a:extLst>
          </p:cNvPr>
          <p:cNvCxnSpPr>
            <a:cxnSpLocks/>
          </p:cNvCxnSpPr>
          <p:nvPr/>
        </p:nvCxnSpPr>
        <p:spPr>
          <a:xfrm flipV="1">
            <a:off x="3023901" y="6328575"/>
            <a:ext cx="472497" cy="599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D7923974-DBB5-413C-B36C-66281B28F5C1}"/>
              </a:ext>
            </a:extLst>
          </p:cNvPr>
          <p:cNvGrpSpPr/>
          <p:nvPr/>
        </p:nvGrpSpPr>
        <p:grpSpPr>
          <a:xfrm rot="2500243">
            <a:off x="4601883" y="5272308"/>
            <a:ext cx="358909" cy="338196"/>
            <a:chOff x="6565123" y="4544197"/>
            <a:chExt cx="402941" cy="450713"/>
          </a:xfrm>
          <a:noFill/>
        </p:grpSpPr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0A7E82DC-8F57-456C-8265-98DE031E8ACE}"/>
                </a:ext>
              </a:extLst>
            </p:cNvPr>
            <p:cNvSpPr/>
            <p:nvPr/>
          </p:nvSpPr>
          <p:spPr>
            <a:xfrm rot="569430">
              <a:off x="6565123" y="4561501"/>
              <a:ext cx="324914" cy="433409"/>
            </a:xfrm>
            <a:custGeom>
              <a:avLst/>
              <a:gdLst>
                <a:gd name="connsiteX0" fmla="*/ 0 w 165735"/>
                <a:gd name="connsiteY0" fmla="*/ 194310 h 194310"/>
                <a:gd name="connsiteX1" fmla="*/ 47625 w 165735"/>
                <a:gd name="connsiteY1" fmla="*/ 192405 h 194310"/>
                <a:gd name="connsiteX2" fmla="*/ 74295 w 165735"/>
                <a:gd name="connsiteY2" fmla="*/ 184785 h 194310"/>
                <a:gd name="connsiteX3" fmla="*/ 80010 w 165735"/>
                <a:gd name="connsiteY3" fmla="*/ 182880 h 194310"/>
                <a:gd name="connsiteX4" fmla="*/ 102870 w 165735"/>
                <a:gd name="connsiteY4" fmla="*/ 169545 h 194310"/>
                <a:gd name="connsiteX5" fmla="*/ 108585 w 165735"/>
                <a:gd name="connsiteY5" fmla="*/ 163830 h 194310"/>
                <a:gd name="connsiteX6" fmla="*/ 114300 w 165735"/>
                <a:gd name="connsiteY6" fmla="*/ 161925 h 194310"/>
                <a:gd name="connsiteX7" fmla="*/ 121920 w 165735"/>
                <a:gd name="connsiteY7" fmla="*/ 158115 h 194310"/>
                <a:gd name="connsiteX8" fmla="*/ 142875 w 165735"/>
                <a:gd name="connsiteY8" fmla="*/ 133350 h 194310"/>
                <a:gd name="connsiteX9" fmla="*/ 148590 w 165735"/>
                <a:gd name="connsiteY9" fmla="*/ 125730 h 194310"/>
                <a:gd name="connsiteX10" fmla="*/ 160020 w 165735"/>
                <a:gd name="connsiteY10" fmla="*/ 106680 h 194310"/>
                <a:gd name="connsiteX11" fmla="*/ 163830 w 165735"/>
                <a:gd name="connsiteY11" fmla="*/ 89535 h 194310"/>
                <a:gd name="connsiteX12" fmla="*/ 165735 w 165735"/>
                <a:gd name="connsiteY12" fmla="*/ 76200 h 194310"/>
                <a:gd name="connsiteX13" fmla="*/ 163830 w 165735"/>
                <a:gd name="connsiteY13" fmla="*/ 13335 h 194310"/>
                <a:gd name="connsiteX14" fmla="*/ 161925 w 165735"/>
                <a:gd name="connsiteY14" fmla="*/ 7620 h 194310"/>
                <a:gd name="connsiteX15" fmla="*/ 158115 w 165735"/>
                <a:gd name="connsiteY15" fmla="*/ 0 h 194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735" h="194310">
                  <a:moveTo>
                    <a:pt x="0" y="194310"/>
                  </a:moveTo>
                  <a:cubicBezTo>
                    <a:pt x="15875" y="193675"/>
                    <a:pt x="31772" y="193462"/>
                    <a:pt x="47625" y="192405"/>
                  </a:cubicBezTo>
                  <a:cubicBezTo>
                    <a:pt x="55341" y="191891"/>
                    <a:pt x="68434" y="186739"/>
                    <a:pt x="74295" y="184785"/>
                  </a:cubicBezTo>
                  <a:lnTo>
                    <a:pt x="80010" y="182880"/>
                  </a:lnTo>
                  <a:cubicBezTo>
                    <a:pt x="89491" y="179720"/>
                    <a:pt x="93462" y="178953"/>
                    <a:pt x="102870" y="169545"/>
                  </a:cubicBezTo>
                  <a:cubicBezTo>
                    <a:pt x="104775" y="167640"/>
                    <a:pt x="106343" y="165324"/>
                    <a:pt x="108585" y="163830"/>
                  </a:cubicBezTo>
                  <a:cubicBezTo>
                    <a:pt x="110256" y="162716"/>
                    <a:pt x="112454" y="162716"/>
                    <a:pt x="114300" y="161925"/>
                  </a:cubicBezTo>
                  <a:cubicBezTo>
                    <a:pt x="116910" y="160806"/>
                    <a:pt x="119557" y="159690"/>
                    <a:pt x="121920" y="158115"/>
                  </a:cubicBezTo>
                  <a:cubicBezTo>
                    <a:pt x="135856" y="148824"/>
                    <a:pt x="130798" y="149452"/>
                    <a:pt x="142875" y="133350"/>
                  </a:cubicBezTo>
                  <a:cubicBezTo>
                    <a:pt x="144780" y="130810"/>
                    <a:pt x="146873" y="128401"/>
                    <a:pt x="148590" y="125730"/>
                  </a:cubicBezTo>
                  <a:cubicBezTo>
                    <a:pt x="152594" y="119501"/>
                    <a:pt x="160020" y="106680"/>
                    <a:pt x="160020" y="106680"/>
                  </a:cubicBezTo>
                  <a:cubicBezTo>
                    <a:pt x="161733" y="99830"/>
                    <a:pt x="162621" y="96790"/>
                    <a:pt x="163830" y="89535"/>
                  </a:cubicBezTo>
                  <a:cubicBezTo>
                    <a:pt x="164568" y="85106"/>
                    <a:pt x="165100" y="80645"/>
                    <a:pt x="165735" y="76200"/>
                  </a:cubicBezTo>
                  <a:cubicBezTo>
                    <a:pt x="165100" y="55245"/>
                    <a:pt x="164993" y="34267"/>
                    <a:pt x="163830" y="13335"/>
                  </a:cubicBezTo>
                  <a:cubicBezTo>
                    <a:pt x="163719" y="11330"/>
                    <a:pt x="162716" y="9466"/>
                    <a:pt x="161925" y="7620"/>
                  </a:cubicBezTo>
                  <a:cubicBezTo>
                    <a:pt x="160806" y="5010"/>
                    <a:pt x="158115" y="0"/>
                    <a:pt x="158115" y="0"/>
                  </a:cubicBezTo>
                </a:path>
              </a:pathLst>
            </a:cu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93C756BC-0D35-4F63-8BAA-6EA7C5DDAC48}"/>
                </a:ext>
              </a:extLst>
            </p:cNvPr>
            <p:cNvSpPr/>
            <p:nvPr/>
          </p:nvSpPr>
          <p:spPr>
            <a:xfrm>
              <a:off x="6859479" y="4544197"/>
              <a:ext cx="108585" cy="60960"/>
            </a:xfrm>
            <a:custGeom>
              <a:avLst/>
              <a:gdLst>
                <a:gd name="connsiteX0" fmla="*/ 0 w 108585"/>
                <a:gd name="connsiteY0" fmla="*/ 60960 h 60960"/>
                <a:gd name="connsiteX1" fmla="*/ 5715 w 108585"/>
                <a:gd name="connsiteY1" fmla="*/ 51435 h 60960"/>
                <a:gd name="connsiteX2" fmla="*/ 11430 w 108585"/>
                <a:gd name="connsiteY2" fmla="*/ 47625 h 60960"/>
                <a:gd name="connsiteX3" fmla="*/ 19050 w 108585"/>
                <a:gd name="connsiteY3" fmla="*/ 41910 h 60960"/>
                <a:gd name="connsiteX4" fmla="*/ 22860 w 108585"/>
                <a:gd name="connsiteY4" fmla="*/ 34290 h 60960"/>
                <a:gd name="connsiteX5" fmla="*/ 26670 w 108585"/>
                <a:gd name="connsiteY5" fmla="*/ 28575 h 60960"/>
                <a:gd name="connsiteX6" fmla="*/ 30480 w 108585"/>
                <a:gd name="connsiteY6" fmla="*/ 19050 h 60960"/>
                <a:gd name="connsiteX7" fmla="*/ 41910 w 108585"/>
                <a:gd name="connsiteY7" fmla="*/ 7620 h 60960"/>
                <a:gd name="connsiteX8" fmla="*/ 49530 w 108585"/>
                <a:gd name="connsiteY8" fmla="*/ 0 h 60960"/>
                <a:gd name="connsiteX9" fmla="*/ 60960 w 108585"/>
                <a:gd name="connsiteY9" fmla="*/ 9525 h 60960"/>
                <a:gd name="connsiteX10" fmla="*/ 66675 w 108585"/>
                <a:gd name="connsiteY10" fmla="*/ 17145 h 60960"/>
                <a:gd name="connsiteX11" fmla="*/ 74295 w 108585"/>
                <a:gd name="connsiteY11" fmla="*/ 22860 h 60960"/>
                <a:gd name="connsiteX12" fmla="*/ 78105 w 108585"/>
                <a:gd name="connsiteY12" fmla="*/ 28575 h 60960"/>
                <a:gd name="connsiteX13" fmla="*/ 83820 w 108585"/>
                <a:gd name="connsiteY13" fmla="*/ 30480 h 60960"/>
                <a:gd name="connsiteX14" fmla="*/ 95250 w 108585"/>
                <a:gd name="connsiteY14" fmla="*/ 40005 h 60960"/>
                <a:gd name="connsiteX15" fmla="*/ 100965 w 108585"/>
                <a:gd name="connsiteY15" fmla="*/ 43815 h 60960"/>
                <a:gd name="connsiteX16" fmla="*/ 108585 w 108585"/>
                <a:gd name="connsiteY16" fmla="*/ 47625 h 6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8585" h="60960">
                  <a:moveTo>
                    <a:pt x="0" y="60960"/>
                  </a:moveTo>
                  <a:cubicBezTo>
                    <a:pt x="1905" y="57785"/>
                    <a:pt x="3305" y="54246"/>
                    <a:pt x="5715" y="51435"/>
                  </a:cubicBezTo>
                  <a:cubicBezTo>
                    <a:pt x="7205" y="49697"/>
                    <a:pt x="9567" y="48956"/>
                    <a:pt x="11430" y="47625"/>
                  </a:cubicBezTo>
                  <a:cubicBezTo>
                    <a:pt x="14014" y="45780"/>
                    <a:pt x="16510" y="43815"/>
                    <a:pt x="19050" y="41910"/>
                  </a:cubicBezTo>
                  <a:cubicBezTo>
                    <a:pt x="20320" y="39370"/>
                    <a:pt x="21451" y="36756"/>
                    <a:pt x="22860" y="34290"/>
                  </a:cubicBezTo>
                  <a:cubicBezTo>
                    <a:pt x="23996" y="32302"/>
                    <a:pt x="25646" y="30623"/>
                    <a:pt x="26670" y="28575"/>
                  </a:cubicBezTo>
                  <a:cubicBezTo>
                    <a:pt x="28199" y="25516"/>
                    <a:pt x="28469" y="21816"/>
                    <a:pt x="30480" y="19050"/>
                  </a:cubicBezTo>
                  <a:cubicBezTo>
                    <a:pt x="33649" y="14692"/>
                    <a:pt x="38100" y="11430"/>
                    <a:pt x="41910" y="7620"/>
                  </a:cubicBezTo>
                  <a:lnTo>
                    <a:pt x="49530" y="0"/>
                  </a:lnTo>
                  <a:cubicBezTo>
                    <a:pt x="55409" y="3919"/>
                    <a:pt x="56071" y="3821"/>
                    <a:pt x="60960" y="9525"/>
                  </a:cubicBezTo>
                  <a:cubicBezTo>
                    <a:pt x="63026" y="11936"/>
                    <a:pt x="64430" y="14900"/>
                    <a:pt x="66675" y="17145"/>
                  </a:cubicBezTo>
                  <a:cubicBezTo>
                    <a:pt x="68920" y="19390"/>
                    <a:pt x="72050" y="20615"/>
                    <a:pt x="74295" y="22860"/>
                  </a:cubicBezTo>
                  <a:cubicBezTo>
                    <a:pt x="75914" y="24479"/>
                    <a:pt x="76317" y="27145"/>
                    <a:pt x="78105" y="28575"/>
                  </a:cubicBezTo>
                  <a:cubicBezTo>
                    <a:pt x="79673" y="29829"/>
                    <a:pt x="82024" y="29582"/>
                    <a:pt x="83820" y="30480"/>
                  </a:cubicBezTo>
                  <a:cubicBezTo>
                    <a:pt x="90915" y="34027"/>
                    <a:pt x="88930" y="34739"/>
                    <a:pt x="95250" y="40005"/>
                  </a:cubicBezTo>
                  <a:cubicBezTo>
                    <a:pt x="97009" y="41471"/>
                    <a:pt x="98977" y="42679"/>
                    <a:pt x="100965" y="43815"/>
                  </a:cubicBezTo>
                  <a:cubicBezTo>
                    <a:pt x="103431" y="45224"/>
                    <a:pt x="108585" y="47625"/>
                    <a:pt x="108585" y="47625"/>
                  </a:cubicBezTo>
                </a:path>
              </a:pathLst>
            </a:cu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582DE25F-B0E1-4752-9DDF-F42FF58FEAF8}"/>
              </a:ext>
            </a:extLst>
          </p:cNvPr>
          <p:cNvCxnSpPr>
            <a:cxnSpLocks/>
          </p:cNvCxnSpPr>
          <p:nvPr/>
        </p:nvCxnSpPr>
        <p:spPr>
          <a:xfrm flipV="1">
            <a:off x="6795074" y="4099599"/>
            <a:ext cx="0" cy="46237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CA7F4A7F-A915-42D7-A5BD-B69AC30C481D}"/>
              </a:ext>
            </a:extLst>
          </p:cNvPr>
          <p:cNvGrpSpPr/>
          <p:nvPr/>
        </p:nvGrpSpPr>
        <p:grpSpPr>
          <a:xfrm rot="2865344">
            <a:off x="5929534" y="2824561"/>
            <a:ext cx="269461" cy="256175"/>
            <a:chOff x="7282123" y="3660077"/>
            <a:chExt cx="269461" cy="256175"/>
          </a:xfrm>
        </p:grpSpPr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9E9285A-8C96-4C78-8FD6-3370A72DB4E0}"/>
                </a:ext>
              </a:extLst>
            </p:cNvPr>
            <p:cNvSpPr/>
            <p:nvPr/>
          </p:nvSpPr>
          <p:spPr>
            <a:xfrm rot="15573981">
              <a:off x="7269868" y="3672332"/>
              <a:ext cx="233821" cy="209311"/>
            </a:xfrm>
            <a:custGeom>
              <a:avLst/>
              <a:gdLst>
                <a:gd name="connsiteX0" fmla="*/ 0 w 165735"/>
                <a:gd name="connsiteY0" fmla="*/ 194310 h 194310"/>
                <a:gd name="connsiteX1" fmla="*/ 47625 w 165735"/>
                <a:gd name="connsiteY1" fmla="*/ 192405 h 194310"/>
                <a:gd name="connsiteX2" fmla="*/ 74295 w 165735"/>
                <a:gd name="connsiteY2" fmla="*/ 184785 h 194310"/>
                <a:gd name="connsiteX3" fmla="*/ 80010 w 165735"/>
                <a:gd name="connsiteY3" fmla="*/ 182880 h 194310"/>
                <a:gd name="connsiteX4" fmla="*/ 102870 w 165735"/>
                <a:gd name="connsiteY4" fmla="*/ 169545 h 194310"/>
                <a:gd name="connsiteX5" fmla="*/ 108585 w 165735"/>
                <a:gd name="connsiteY5" fmla="*/ 163830 h 194310"/>
                <a:gd name="connsiteX6" fmla="*/ 114300 w 165735"/>
                <a:gd name="connsiteY6" fmla="*/ 161925 h 194310"/>
                <a:gd name="connsiteX7" fmla="*/ 121920 w 165735"/>
                <a:gd name="connsiteY7" fmla="*/ 158115 h 194310"/>
                <a:gd name="connsiteX8" fmla="*/ 142875 w 165735"/>
                <a:gd name="connsiteY8" fmla="*/ 133350 h 194310"/>
                <a:gd name="connsiteX9" fmla="*/ 148590 w 165735"/>
                <a:gd name="connsiteY9" fmla="*/ 125730 h 194310"/>
                <a:gd name="connsiteX10" fmla="*/ 160020 w 165735"/>
                <a:gd name="connsiteY10" fmla="*/ 106680 h 194310"/>
                <a:gd name="connsiteX11" fmla="*/ 163830 w 165735"/>
                <a:gd name="connsiteY11" fmla="*/ 89535 h 194310"/>
                <a:gd name="connsiteX12" fmla="*/ 165735 w 165735"/>
                <a:gd name="connsiteY12" fmla="*/ 76200 h 194310"/>
                <a:gd name="connsiteX13" fmla="*/ 163830 w 165735"/>
                <a:gd name="connsiteY13" fmla="*/ 13335 h 194310"/>
                <a:gd name="connsiteX14" fmla="*/ 161925 w 165735"/>
                <a:gd name="connsiteY14" fmla="*/ 7620 h 194310"/>
                <a:gd name="connsiteX15" fmla="*/ 158115 w 165735"/>
                <a:gd name="connsiteY15" fmla="*/ 0 h 194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735" h="194310">
                  <a:moveTo>
                    <a:pt x="0" y="194310"/>
                  </a:moveTo>
                  <a:cubicBezTo>
                    <a:pt x="15875" y="193675"/>
                    <a:pt x="31772" y="193462"/>
                    <a:pt x="47625" y="192405"/>
                  </a:cubicBezTo>
                  <a:cubicBezTo>
                    <a:pt x="55341" y="191891"/>
                    <a:pt x="68434" y="186739"/>
                    <a:pt x="74295" y="184785"/>
                  </a:cubicBezTo>
                  <a:lnTo>
                    <a:pt x="80010" y="182880"/>
                  </a:lnTo>
                  <a:cubicBezTo>
                    <a:pt x="89491" y="179720"/>
                    <a:pt x="93462" y="178953"/>
                    <a:pt x="102870" y="169545"/>
                  </a:cubicBezTo>
                  <a:cubicBezTo>
                    <a:pt x="104775" y="167640"/>
                    <a:pt x="106343" y="165324"/>
                    <a:pt x="108585" y="163830"/>
                  </a:cubicBezTo>
                  <a:cubicBezTo>
                    <a:pt x="110256" y="162716"/>
                    <a:pt x="112454" y="162716"/>
                    <a:pt x="114300" y="161925"/>
                  </a:cubicBezTo>
                  <a:cubicBezTo>
                    <a:pt x="116910" y="160806"/>
                    <a:pt x="119557" y="159690"/>
                    <a:pt x="121920" y="158115"/>
                  </a:cubicBezTo>
                  <a:cubicBezTo>
                    <a:pt x="135856" y="148824"/>
                    <a:pt x="130798" y="149452"/>
                    <a:pt x="142875" y="133350"/>
                  </a:cubicBezTo>
                  <a:cubicBezTo>
                    <a:pt x="144780" y="130810"/>
                    <a:pt x="146873" y="128401"/>
                    <a:pt x="148590" y="125730"/>
                  </a:cubicBezTo>
                  <a:cubicBezTo>
                    <a:pt x="152594" y="119501"/>
                    <a:pt x="160020" y="106680"/>
                    <a:pt x="160020" y="106680"/>
                  </a:cubicBezTo>
                  <a:cubicBezTo>
                    <a:pt x="161733" y="99830"/>
                    <a:pt x="162621" y="96790"/>
                    <a:pt x="163830" y="89535"/>
                  </a:cubicBezTo>
                  <a:cubicBezTo>
                    <a:pt x="164568" y="85106"/>
                    <a:pt x="165100" y="80645"/>
                    <a:pt x="165735" y="76200"/>
                  </a:cubicBezTo>
                  <a:cubicBezTo>
                    <a:pt x="165100" y="55245"/>
                    <a:pt x="164993" y="34267"/>
                    <a:pt x="163830" y="13335"/>
                  </a:cubicBezTo>
                  <a:cubicBezTo>
                    <a:pt x="163719" y="11330"/>
                    <a:pt x="162716" y="9466"/>
                    <a:pt x="161925" y="7620"/>
                  </a:cubicBezTo>
                  <a:cubicBezTo>
                    <a:pt x="160806" y="5010"/>
                    <a:pt x="158115" y="0"/>
                    <a:pt x="158115" y="0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D93AE622-5542-458F-A6BF-8DD977140DBD}"/>
                </a:ext>
              </a:extLst>
            </p:cNvPr>
            <p:cNvSpPr/>
            <p:nvPr/>
          </p:nvSpPr>
          <p:spPr>
            <a:xfrm rot="61165">
              <a:off x="7452524" y="3851482"/>
              <a:ext cx="99060" cy="64770"/>
            </a:xfrm>
            <a:custGeom>
              <a:avLst/>
              <a:gdLst>
                <a:gd name="connsiteX0" fmla="*/ 0 w 99060"/>
                <a:gd name="connsiteY0" fmla="*/ 30480 h 64770"/>
                <a:gd name="connsiteX1" fmla="*/ 9525 w 99060"/>
                <a:gd name="connsiteY1" fmla="*/ 40005 h 64770"/>
                <a:gd name="connsiteX2" fmla="*/ 13335 w 99060"/>
                <a:gd name="connsiteY2" fmla="*/ 45720 h 64770"/>
                <a:gd name="connsiteX3" fmla="*/ 24765 w 99060"/>
                <a:gd name="connsiteY3" fmla="*/ 51435 h 64770"/>
                <a:gd name="connsiteX4" fmla="*/ 32385 w 99060"/>
                <a:gd name="connsiteY4" fmla="*/ 55245 h 64770"/>
                <a:gd name="connsiteX5" fmla="*/ 49530 w 99060"/>
                <a:gd name="connsiteY5" fmla="*/ 60960 h 64770"/>
                <a:gd name="connsiteX6" fmla="*/ 60960 w 99060"/>
                <a:gd name="connsiteY6" fmla="*/ 64770 h 64770"/>
                <a:gd name="connsiteX7" fmla="*/ 66675 w 99060"/>
                <a:gd name="connsiteY7" fmla="*/ 62865 h 64770"/>
                <a:gd name="connsiteX8" fmla="*/ 72390 w 99060"/>
                <a:gd name="connsiteY8" fmla="*/ 55245 h 64770"/>
                <a:gd name="connsiteX9" fmla="*/ 74295 w 99060"/>
                <a:gd name="connsiteY9" fmla="*/ 49530 h 64770"/>
                <a:gd name="connsiteX10" fmla="*/ 78105 w 99060"/>
                <a:gd name="connsiteY10" fmla="*/ 40005 h 64770"/>
                <a:gd name="connsiteX11" fmla="*/ 83820 w 99060"/>
                <a:gd name="connsiteY11" fmla="*/ 32385 h 64770"/>
                <a:gd name="connsiteX12" fmla="*/ 85725 w 99060"/>
                <a:gd name="connsiteY12" fmla="*/ 24765 h 64770"/>
                <a:gd name="connsiteX13" fmla="*/ 89535 w 99060"/>
                <a:gd name="connsiteY13" fmla="*/ 19050 h 64770"/>
                <a:gd name="connsiteX14" fmla="*/ 99060 w 99060"/>
                <a:gd name="connsiteY14" fmla="*/ 0 h 64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060" h="64770">
                  <a:moveTo>
                    <a:pt x="0" y="30480"/>
                  </a:moveTo>
                  <a:cubicBezTo>
                    <a:pt x="3175" y="33655"/>
                    <a:pt x="6568" y="36626"/>
                    <a:pt x="9525" y="40005"/>
                  </a:cubicBezTo>
                  <a:cubicBezTo>
                    <a:pt x="11033" y="41728"/>
                    <a:pt x="11716" y="44101"/>
                    <a:pt x="13335" y="45720"/>
                  </a:cubicBezTo>
                  <a:cubicBezTo>
                    <a:pt x="17911" y="50296"/>
                    <a:pt x="19342" y="49111"/>
                    <a:pt x="24765" y="51435"/>
                  </a:cubicBezTo>
                  <a:cubicBezTo>
                    <a:pt x="27375" y="52554"/>
                    <a:pt x="29790" y="54092"/>
                    <a:pt x="32385" y="55245"/>
                  </a:cubicBezTo>
                  <a:cubicBezTo>
                    <a:pt x="45607" y="61121"/>
                    <a:pt x="37623" y="57388"/>
                    <a:pt x="49530" y="60960"/>
                  </a:cubicBezTo>
                  <a:cubicBezTo>
                    <a:pt x="53377" y="62114"/>
                    <a:pt x="60960" y="64770"/>
                    <a:pt x="60960" y="64770"/>
                  </a:cubicBezTo>
                  <a:cubicBezTo>
                    <a:pt x="62865" y="64135"/>
                    <a:pt x="65132" y="64151"/>
                    <a:pt x="66675" y="62865"/>
                  </a:cubicBezTo>
                  <a:cubicBezTo>
                    <a:pt x="69114" y="60832"/>
                    <a:pt x="70815" y="58002"/>
                    <a:pt x="72390" y="55245"/>
                  </a:cubicBezTo>
                  <a:cubicBezTo>
                    <a:pt x="73386" y="53502"/>
                    <a:pt x="73590" y="51410"/>
                    <a:pt x="74295" y="49530"/>
                  </a:cubicBezTo>
                  <a:cubicBezTo>
                    <a:pt x="75496" y="46328"/>
                    <a:pt x="76444" y="42994"/>
                    <a:pt x="78105" y="40005"/>
                  </a:cubicBezTo>
                  <a:cubicBezTo>
                    <a:pt x="79647" y="37230"/>
                    <a:pt x="81915" y="34925"/>
                    <a:pt x="83820" y="32385"/>
                  </a:cubicBezTo>
                  <a:cubicBezTo>
                    <a:pt x="84455" y="29845"/>
                    <a:pt x="84694" y="27171"/>
                    <a:pt x="85725" y="24765"/>
                  </a:cubicBezTo>
                  <a:cubicBezTo>
                    <a:pt x="86627" y="22661"/>
                    <a:pt x="88439" y="21060"/>
                    <a:pt x="89535" y="19050"/>
                  </a:cubicBezTo>
                  <a:lnTo>
                    <a:pt x="99060" y="0"/>
                  </a:ln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0" name="Rectangle 119">
            <a:extLst>
              <a:ext uri="{FF2B5EF4-FFF2-40B4-BE49-F238E27FC236}">
                <a16:creationId xmlns:a16="http://schemas.microsoft.com/office/drawing/2014/main" id="{C1AE97F3-3C0A-47BB-B8CF-D97A25B6A4DF}"/>
              </a:ext>
            </a:extLst>
          </p:cNvPr>
          <p:cNvSpPr/>
          <p:nvPr/>
        </p:nvSpPr>
        <p:spPr>
          <a:xfrm>
            <a:off x="4738876" y="5115375"/>
            <a:ext cx="405116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</a:t>
            </a:r>
            <a:r>
              <a: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vi-VN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2FC6742A-F5CF-4736-8A88-0C0019317906}"/>
              </a:ext>
            </a:extLst>
          </p:cNvPr>
          <p:cNvSpPr/>
          <p:nvPr/>
        </p:nvSpPr>
        <p:spPr>
          <a:xfrm>
            <a:off x="6728629" y="4246198"/>
            <a:ext cx="405671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</a:t>
            </a:r>
            <a:r>
              <a: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vi-VN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BA554DFC-DE47-4DD5-91E3-A5A7AE924252}"/>
              </a:ext>
            </a:extLst>
          </p:cNvPr>
          <p:cNvSpPr/>
          <p:nvPr/>
        </p:nvSpPr>
        <p:spPr>
          <a:xfrm>
            <a:off x="6030204" y="2695626"/>
            <a:ext cx="474491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</a:t>
            </a:r>
            <a:r>
              <a: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vi-VN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C7C76E19-2831-48A2-AAD0-C6971F4E5007}"/>
              </a:ext>
            </a:extLst>
          </p:cNvPr>
          <p:cNvSpPr/>
          <p:nvPr/>
        </p:nvSpPr>
        <p:spPr>
          <a:xfrm>
            <a:off x="6432640" y="1475386"/>
            <a:ext cx="439938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</a:t>
            </a:r>
            <a:r>
              <a: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vi-VN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2D8C246F-519C-4D46-870F-193C36FD224F}"/>
              </a:ext>
            </a:extLst>
          </p:cNvPr>
          <p:cNvCxnSpPr>
            <a:cxnSpLocks/>
          </p:cNvCxnSpPr>
          <p:nvPr/>
        </p:nvCxnSpPr>
        <p:spPr>
          <a:xfrm flipH="1" flipV="1">
            <a:off x="6699121" y="4502660"/>
            <a:ext cx="194092" cy="109297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0BAFC165-7FB6-4CBD-855E-92568B3E545D}"/>
              </a:ext>
            </a:extLst>
          </p:cNvPr>
          <p:cNvCxnSpPr>
            <a:cxnSpLocks/>
          </p:cNvCxnSpPr>
          <p:nvPr/>
        </p:nvCxnSpPr>
        <p:spPr>
          <a:xfrm>
            <a:off x="6206428" y="1931011"/>
            <a:ext cx="176054" cy="6710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1" name="TextBox 250">
            <a:extLst>
              <a:ext uri="{FF2B5EF4-FFF2-40B4-BE49-F238E27FC236}">
                <a16:creationId xmlns:a16="http://schemas.microsoft.com/office/drawing/2014/main" id="{5FA8405C-DBE9-4F50-9557-1A084E904531}"/>
              </a:ext>
            </a:extLst>
          </p:cNvPr>
          <p:cNvSpPr txBox="1"/>
          <p:nvPr/>
        </p:nvSpPr>
        <p:spPr>
          <a:xfrm>
            <a:off x="3384103" y="5883782"/>
            <a:ext cx="47304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3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Z1</a:t>
            </a:r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DC285BC6-5371-49E4-BC79-85493F8E4ED4}"/>
              </a:ext>
            </a:extLst>
          </p:cNvPr>
          <p:cNvCxnSpPr>
            <a:cxnSpLocks/>
          </p:cNvCxnSpPr>
          <p:nvPr/>
        </p:nvCxnSpPr>
        <p:spPr>
          <a:xfrm flipV="1">
            <a:off x="2652293" y="4953721"/>
            <a:ext cx="3693" cy="893734"/>
          </a:xfrm>
          <a:prstGeom prst="straightConnector1">
            <a:avLst/>
          </a:prstGeom>
          <a:solidFill>
            <a:srgbClr val="78E5F4"/>
          </a:solidFill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Arrow Connector 246">
            <a:extLst>
              <a:ext uri="{FF2B5EF4-FFF2-40B4-BE49-F238E27FC236}">
                <a16:creationId xmlns:a16="http://schemas.microsoft.com/office/drawing/2014/main" id="{EB3C75BD-4697-40D9-B3F6-731B9B82EFB5}"/>
              </a:ext>
            </a:extLst>
          </p:cNvPr>
          <p:cNvCxnSpPr>
            <a:cxnSpLocks/>
          </p:cNvCxnSpPr>
          <p:nvPr/>
        </p:nvCxnSpPr>
        <p:spPr>
          <a:xfrm flipH="1">
            <a:off x="1926130" y="5864162"/>
            <a:ext cx="741819" cy="722373"/>
          </a:xfrm>
          <a:prstGeom prst="straightConnector1">
            <a:avLst/>
          </a:prstGeom>
          <a:solidFill>
            <a:srgbClr val="78E5F4"/>
          </a:solidFill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7397356F-B77B-4A2D-A3CE-220994CDF3C7}"/>
              </a:ext>
            </a:extLst>
          </p:cNvPr>
          <p:cNvCxnSpPr>
            <a:cxnSpLocks/>
          </p:cNvCxnSpPr>
          <p:nvPr/>
        </p:nvCxnSpPr>
        <p:spPr>
          <a:xfrm flipV="1">
            <a:off x="2672302" y="5870709"/>
            <a:ext cx="1012541" cy="8485"/>
          </a:xfrm>
          <a:prstGeom prst="straightConnector1">
            <a:avLst/>
          </a:prstGeom>
          <a:solidFill>
            <a:srgbClr val="78E5F4"/>
          </a:solidFill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" name="TextBox 283">
            <a:extLst>
              <a:ext uri="{FF2B5EF4-FFF2-40B4-BE49-F238E27FC236}">
                <a16:creationId xmlns:a16="http://schemas.microsoft.com/office/drawing/2014/main" id="{9279EDCC-44E9-4F9A-A136-BC9E57932730}"/>
              </a:ext>
            </a:extLst>
          </p:cNvPr>
          <p:cNvSpPr txBox="1"/>
          <p:nvPr/>
        </p:nvSpPr>
        <p:spPr>
          <a:xfrm>
            <a:off x="1788062" y="6408450"/>
            <a:ext cx="7785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3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Arial" panose="020B0604020202020204" pitchFamily="34" charset="0"/>
              </a:rPr>
              <a:t>X1</a:t>
            </a:r>
            <a:endParaRPr lang="vi-VN" sz="13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8E5B3927-1EEA-406C-9A44-94DBA69B2025}"/>
              </a:ext>
            </a:extLst>
          </p:cNvPr>
          <p:cNvGrpSpPr/>
          <p:nvPr/>
        </p:nvGrpSpPr>
        <p:grpSpPr>
          <a:xfrm>
            <a:off x="4736502" y="4984394"/>
            <a:ext cx="697303" cy="1291049"/>
            <a:chOff x="5515694" y="4029264"/>
            <a:chExt cx="697303" cy="1291049"/>
          </a:xfrm>
        </p:grpSpPr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33A30A0A-05C3-4A69-9A09-12B6160C71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5694" y="4029264"/>
              <a:ext cx="3693" cy="893734"/>
            </a:xfrm>
            <a:prstGeom prst="straightConnector1">
              <a:avLst/>
            </a:prstGeom>
            <a:solidFill>
              <a:srgbClr val="78E5F4"/>
            </a:solidFill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E0A0C7DE-B03F-4AFF-960E-78DB968A9DCB}"/>
                </a:ext>
              </a:extLst>
            </p:cNvPr>
            <p:cNvCxnSpPr>
              <a:cxnSpLocks/>
            </p:cNvCxnSpPr>
            <p:nvPr/>
          </p:nvCxnSpPr>
          <p:spPr>
            <a:xfrm>
              <a:off x="5519387" y="4926966"/>
              <a:ext cx="693610" cy="393347"/>
            </a:xfrm>
            <a:prstGeom prst="straightConnector1">
              <a:avLst/>
            </a:prstGeom>
            <a:solidFill>
              <a:srgbClr val="78E5F4"/>
            </a:solidFill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6" name="Straight Arrow Connector 295">
            <a:extLst>
              <a:ext uri="{FF2B5EF4-FFF2-40B4-BE49-F238E27FC236}">
                <a16:creationId xmlns:a16="http://schemas.microsoft.com/office/drawing/2014/main" id="{78C20F67-D330-4293-A95F-E275AD7BBA77}"/>
              </a:ext>
            </a:extLst>
          </p:cNvPr>
          <p:cNvCxnSpPr>
            <a:cxnSpLocks/>
          </p:cNvCxnSpPr>
          <p:nvPr/>
        </p:nvCxnSpPr>
        <p:spPr>
          <a:xfrm flipV="1">
            <a:off x="5952025" y="3164872"/>
            <a:ext cx="3693" cy="893734"/>
          </a:xfrm>
          <a:prstGeom prst="straightConnector1">
            <a:avLst/>
          </a:prstGeom>
          <a:solidFill>
            <a:srgbClr val="78E5F4"/>
          </a:solidFill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Arrow Connector 296">
            <a:extLst>
              <a:ext uri="{FF2B5EF4-FFF2-40B4-BE49-F238E27FC236}">
                <a16:creationId xmlns:a16="http://schemas.microsoft.com/office/drawing/2014/main" id="{30D148AD-C7F1-4CD5-B7BF-7DC7B7D5ABF3}"/>
              </a:ext>
            </a:extLst>
          </p:cNvPr>
          <p:cNvCxnSpPr>
            <a:cxnSpLocks/>
          </p:cNvCxnSpPr>
          <p:nvPr/>
        </p:nvCxnSpPr>
        <p:spPr>
          <a:xfrm>
            <a:off x="5945861" y="4059727"/>
            <a:ext cx="693610" cy="393347"/>
          </a:xfrm>
          <a:prstGeom prst="straightConnector1">
            <a:avLst/>
          </a:prstGeom>
          <a:solidFill>
            <a:srgbClr val="78E5F4"/>
          </a:solidFill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TextBox 302">
            <a:extLst>
              <a:ext uri="{FF2B5EF4-FFF2-40B4-BE49-F238E27FC236}">
                <a16:creationId xmlns:a16="http://schemas.microsoft.com/office/drawing/2014/main" id="{9D1C0D50-6562-4B5B-A7C2-6B183B4B2AF4}"/>
              </a:ext>
            </a:extLst>
          </p:cNvPr>
          <p:cNvSpPr txBox="1"/>
          <p:nvPr/>
        </p:nvSpPr>
        <p:spPr>
          <a:xfrm>
            <a:off x="4352506" y="4862502"/>
            <a:ext cx="42354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3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Z2</a:t>
            </a: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66B7DFBB-B709-4ECD-B0BC-8E8AC06A0314}"/>
              </a:ext>
            </a:extLst>
          </p:cNvPr>
          <p:cNvSpPr txBox="1"/>
          <p:nvPr/>
        </p:nvSpPr>
        <p:spPr>
          <a:xfrm>
            <a:off x="5186290" y="6228053"/>
            <a:ext cx="40069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3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Arial" panose="020B0604020202020204" pitchFamily="34" charset="0"/>
              </a:rPr>
              <a:t>X2</a:t>
            </a:r>
            <a:endParaRPr lang="vi-VN" sz="13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6" name="Straight Arrow Connector 305">
            <a:extLst>
              <a:ext uri="{FF2B5EF4-FFF2-40B4-BE49-F238E27FC236}">
                <a16:creationId xmlns:a16="http://schemas.microsoft.com/office/drawing/2014/main" id="{EDC9B887-D1C1-4314-B813-D0A12CC2E9C5}"/>
              </a:ext>
            </a:extLst>
          </p:cNvPr>
          <p:cNvCxnSpPr>
            <a:cxnSpLocks/>
          </p:cNvCxnSpPr>
          <p:nvPr/>
        </p:nvCxnSpPr>
        <p:spPr>
          <a:xfrm flipH="1">
            <a:off x="4203725" y="5873109"/>
            <a:ext cx="524865" cy="521283"/>
          </a:xfrm>
          <a:prstGeom prst="straightConnector1">
            <a:avLst/>
          </a:prstGeom>
          <a:solidFill>
            <a:srgbClr val="78E5F4"/>
          </a:solidFill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3BEB58D8-CCA4-4CC3-9946-300C4333E0D0}"/>
              </a:ext>
            </a:extLst>
          </p:cNvPr>
          <p:cNvSpPr txBox="1"/>
          <p:nvPr/>
        </p:nvSpPr>
        <p:spPr>
          <a:xfrm>
            <a:off x="4740195" y="4876569"/>
            <a:ext cx="42354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3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Z1’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076167AE-0EE5-4B14-88D3-993F9113A61A}"/>
              </a:ext>
            </a:extLst>
          </p:cNvPr>
          <p:cNvSpPr txBox="1"/>
          <p:nvPr/>
        </p:nvSpPr>
        <p:spPr>
          <a:xfrm>
            <a:off x="4055207" y="6328575"/>
            <a:ext cx="42354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3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X1’</a:t>
            </a:r>
          </a:p>
        </p:txBody>
      </p:sp>
      <p:cxnSp>
        <p:nvCxnSpPr>
          <p:cNvPr id="322" name="Straight Arrow Connector 321">
            <a:extLst>
              <a:ext uri="{FF2B5EF4-FFF2-40B4-BE49-F238E27FC236}">
                <a16:creationId xmlns:a16="http://schemas.microsoft.com/office/drawing/2014/main" id="{B3BA0421-BDA0-4C63-97D0-88DBA7E06D80}"/>
              </a:ext>
            </a:extLst>
          </p:cNvPr>
          <p:cNvCxnSpPr>
            <a:cxnSpLocks/>
          </p:cNvCxnSpPr>
          <p:nvPr/>
        </p:nvCxnSpPr>
        <p:spPr>
          <a:xfrm flipH="1">
            <a:off x="5135762" y="2896818"/>
            <a:ext cx="828375" cy="259904"/>
          </a:xfrm>
          <a:prstGeom prst="straightConnector1">
            <a:avLst/>
          </a:prstGeom>
          <a:solidFill>
            <a:srgbClr val="78E5F4"/>
          </a:solidFill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TextBox 325">
            <a:extLst>
              <a:ext uri="{FF2B5EF4-FFF2-40B4-BE49-F238E27FC236}">
                <a16:creationId xmlns:a16="http://schemas.microsoft.com/office/drawing/2014/main" id="{EB8B4293-FFAD-4004-8601-EB05CD34135C}"/>
              </a:ext>
            </a:extLst>
          </p:cNvPr>
          <p:cNvSpPr txBox="1"/>
          <p:nvPr/>
        </p:nvSpPr>
        <p:spPr>
          <a:xfrm>
            <a:off x="4964043" y="2850318"/>
            <a:ext cx="37655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3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Z4</a:t>
            </a:r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3EFC2A5D-7561-496B-90C2-146F6E0D7192}"/>
              </a:ext>
            </a:extLst>
          </p:cNvPr>
          <p:cNvSpPr txBox="1"/>
          <p:nvPr/>
        </p:nvSpPr>
        <p:spPr>
          <a:xfrm>
            <a:off x="5562869" y="3127966"/>
            <a:ext cx="42354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3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Z3</a:t>
            </a:r>
            <a:endParaRPr lang="vi-VN" sz="13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3EF21580-49BF-4C8F-A3A3-4B423812D5D1}"/>
              </a:ext>
            </a:extLst>
          </p:cNvPr>
          <p:cNvSpPr txBox="1"/>
          <p:nvPr/>
        </p:nvSpPr>
        <p:spPr>
          <a:xfrm>
            <a:off x="6369806" y="4428923"/>
            <a:ext cx="42354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3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X3</a:t>
            </a:r>
            <a:endParaRPr lang="vi-VN" sz="13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9" name="Straight Arrow Connector 328">
            <a:extLst>
              <a:ext uri="{FF2B5EF4-FFF2-40B4-BE49-F238E27FC236}">
                <a16:creationId xmlns:a16="http://schemas.microsoft.com/office/drawing/2014/main" id="{8E1D6236-660D-477A-A279-7A1233E14C8A}"/>
              </a:ext>
            </a:extLst>
          </p:cNvPr>
          <p:cNvCxnSpPr>
            <a:cxnSpLocks/>
          </p:cNvCxnSpPr>
          <p:nvPr/>
        </p:nvCxnSpPr>
        <p:spPr>
          <a:xfrm flipV="1">
            <a:off x="5946266" y="2250661"/>
            <a:ext cx="235890" cy="655658"/>
          </a:xfrm>
          <a:prstGeom prst="straightConnector1">
            <a:avLst/>
          </a:prstGeom>
          <a:solidFill>
            <a:srgbClr val="78E5F4"/>
          </a:solidFill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Arrow Connector 329">
            <a:extLst>
              <a:ext uri="{FF2B5EF4-FFF2-40B4-BE49-F238E27FC236}">
                <a16:creationId xmlns:a16="http://schemas.microsoft.com/office/drawing/2014/main" id="{898416E7-2E6D-45C7-9223-804136034B80}"/>
              </a:ext>
            </a:extLst>
          </p:cNvPr>
          <p:cNvCxnSpPr>
            <a:cxnSpLocks/>
          </p:cNvCxnSpPr>
          <p:nvPr/>
        </p:nvCxnSpPr>
        <p:spPr>
          <a:xfrm>
            <a:off x="5935994" y="2888510"/>
            <a:ext cx="693610" cy="393347"/>
          </a:xfrm>
          <a:prstGeom prst="straightConnector1">
            <a:avLst/>
          </a:prstGeom>
          <a:solidFill>
            <a:srgbClr val="78E5F4"/>
          </a:solidFill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TextBox 331">
            <a:extLst>
              <a:ext uri="{FF2B5EF4-FFF2-40B4-BE49-F238E27FC236}">
                <a16:creationId xmlns:a16="http://schemas.microsoft.com/office/drawing/2014/main" id="{C2D33219-FD19-4559-A0E9-70232C7A392D}"/>
              </a:ext>
            </a:extLst>
          </p:cNvPr>
          <p:cNvSpPr txBox="1"/>
          <p:nvPr/>
        </p:nvSpPr>
        <p:spPr>
          <a:xfrm>
            <a:off x="4958596" y="3114776"/>
            <a:ext cx="56758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3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Z3’</a:t>
            </a:r>
            <a:endParaRPr lang="en-US" sz="1300" dirty="0"/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18614489-9198-4ACE-A115-DFDE228AB5BE}"/>
              </a:ext>
            </a:extLst>
          </p:cNvPr>
          <p:cNvSpPr txBox="1"/>
          <p:nvPr/>
        </p:nvSpPr>
        <p:spPr>
          <a:xfrm>
            <a:off x="6117062" y="2238647"/>
            <a:ext cx="40778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3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X4</a:t>
            </a: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ED5BAC67-2130-4A6F-8B48-809BA43A3490}"/>
              </a:ext>
            </a:extLst>
          </p:cNvPr>
          <p:cNvSpPr txBox="1"/>
          <p:nvPr/>
        </p:nvSpPr>
        <p:spPr>
          <a:xfrm>
            <a:off x="6333697" y="3217505"/>
            <a:ext cx="45136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3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X3’</a:t>
            </a:r>
          </a:p>
        </p:txBody>
      </p:sp>
      <p:cxnSp>
        <p:nvCxnSpPr>
          <p:cNvPr id="344" name="Straight Connector 343">
            <a:extLst>
              <a:ext uri="{FF2B5EF4-FFF2-40B4-BE49-F238E27FC236}">
                <a16:creationId xmlns:a16="http://schemas.microsoft.com/office/drawing/2014/main" id="{D7551CC3-8BAA-457E-8AD7-3827837E1B0E}"/>
              </a:ext>
            </a:extLst>
          </p:cNvPr>
          <p:cNvCxnSpPr>
            <a:cxnSpLocks/>
          </p:cNvCxnSpPr>
          <p:nvPr/>
        </p:nvCxnSpPr>
        <p:spPr>
          <a:xfrm flipH="1">
            <a:off x="6371341" y="1617671"/>
            <a:ext cx="153502" cy="406878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Straight Connector 345">
            <a:extLst>
              <a:ext uri="{FF2B5EF4-FFF2-40B4-BE49-F238E27FC236}">
                <a16:creationId xmlns:a16="http://schemas.microsoft.com/office/drawing/2014/main" id="{C6EF0E75-4083-4EA2-A9B4-3638B973EB42}"/>
              </a:ext>
            </a:extLst>
          </p:cNvPr>
          <p:cNvCxnSpPr>
            <a:cxnSpLocks/>
          </p:cNvCxnSpPr>
          <p:nvPr/>
        </p:nvCxnSpPr>
        <p:spPr>
          <a:xfrm flipH="1">
            <a:off x="6200182" y="1555765"/>
            <a:ext cx="147581" cy="404666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Straight Connector 363">
            <a:extLst>
              <a:ext uri="{FF2B5EF4-FFF2-40B4-BE49-F238E27FC236}">
                <a16:creationId xmlns:a16="http://schemas.microsoft.com/office/drawing/2014/main" id="{F5F6D73E-15A4-4CA2-B2F7-FDCD23CDEB68}"/>
              </a:ext>
            </a:extLst>
          </p:cNvPr>
          <p:cNvCxnSpPr>
            <a:cxnSpLocks/>
          </p:cNvCxnSpPr>
          <p:nvPr/>
        </p:nvCxnSpPr>
        <p:spPr>
          <a:xfrm flipH="1">
            <a:off x="6347763" y="904837"/>
            <a:ext cx="323977" cy="927518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Oval 108">
            <a:extLst>
              <a:ext uri="{FF2B5EF4-FFF2-40B4-BE49-F238E27FC236}">
                <a16:creationId xmlns:a16="http://schemas.microsoft.com/office/drawing/2014/main" id="{C899D9F0-7789-4F8F-BEE3-40CBF2412690}"/>
              </a:ext>
            </a:extLst>
          </p:cNvPr>
          <p:cNvSpPr/>
          <p:nvPr/>
        </p:nvSpPr>
        <p:spPr>
          <a:xfrm flipV="1">
            <a:off x="6313079" y="1777621"/>
            <a:ext cx="69367" cy="8697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83662690-6BA8-4A76-8A08-CAF0CEB24656}"/>
              </a:ext>
            </a:extLst>
          </p:cNvPr>
          <p:cNvSpPr/>
          <p:nvPr/>
        </p:nvSpPr>
        <p:spPr>
          <a:xfrm flipV="1">
            <a:off x="6631467" y="872594"/>
            <a:ext cx="66447" cy="9103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324EFC03-E75C-488E-9A29-2E11B48A5DB5}"/>
              </a:ext>
            </a:extLst>
          </p:cNvPr>
          <p:cNvGrpSpPr/>
          <p:nvPr/>
        </p:nvGrpSpPr>
        <p:grpSpPr>
          <a:xfrm rot="21380892">
            <a:off x="6352905" y="1404378"/>
            <a:ext cx="271555" cy="170165"/>
            <a:chOff x="7282123" y="3660077"/>
            <a:chExt cx="269461" cy="256175"/>
          </a:xfrm>
        </p:grpSpPr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34F4DAAD-468A-4D0C-B7D9-920F19D110EA}"/>
                </a:ext>
              </a:extLst>
            </p:cNvPr>
            <p:cNvSpPr/>
            <p:nvPr/>
          </p:nvSpPr>
          <p:spPr>
            <a:xfrm rot="15573981">
              <a:off x="7269868" y="3672332"/>
              <a:ext cx="233821" cy="209311"/>
            </a:xfrm>
            <a:custGeom>
              <a:avLst/>
              <a:gdLst>
                <a:gd name="connsiteX0" fmla="*/ 0 w 165735"/>
                <a:gd name="connsiteY0" fmla="*/ 194310 h 194310"/>
                <a:gd name="connsiteX1" fmla="*/ 47625 w 165735"/>
                <a:gd name="connsiteY1" fmla="*/ 192405 h 194310"/>
                <a:gd name="connsiteX2" fmla="*/ 74295 w 165735"/>
                <a:gd name="connsiteY2" fmla="*/ 184785 h 194310"/>
                <a:gd name="connsiteX3" fmla="*/ 80010 w 165735"/>
                <a:gd name="connsiteY3" fmla="*/ 182880 h 194310"/>
                <a:gd name="connsiteX4" fmla="*/ 102870 w 165735"/>
                <a:gd name="connsiteY4" fmla="*/ 169545 h 194310"/>
                <a:gd name="connsiteX5" fmla="*/ 108585 w 165735"/>
                <a:gd name="connsiteY5" fmla="*/ 163830 h 194310"/>
                <a:gd name="connsiteX6" fmla="*/ 114300 w 165735"/>
                <a:gd name="connsiteY6" fmla="*/ 161925 h 194310"/>
                <a:gd name="connsiteX7" fmla="*/ 121920 w 165735"/>
                <a:gd name="connsiteY7" fmla="*/ 158115 h 194310"/>
                <a:gd name="connsiteX8" fmla="*/ 142875 w 165735"/>
                <a:gd name="connsiteY8" fmla="*/ 133350 h 194310"/>
                <a:gd name="connsiteX9" fmla="*/ 148590 w 165735"/>
                <a:gd name="connsiteY9" fmla="*/ 125730 h 194310"/>
                <a:gd name="connsiteX10" fmla="*/ 160020 w 165735"/>
                <a:gd name="connsiteY10" fmla="*/ 106680 h 194310"/>
                <a:gd name="connsiteX11" fmla="*/ 163830 w 165735"/>
                <a:gd name="connsiteY11" fmla="*/ 89535 h 194310"/>
                <a:gd name="connsiteX12" fmla="*/ 165735 w 165735"/>
                <a:gd name="connsiteY12" fmla="*/ 76200 h 194310"/>
                <a:gd name="connsiteX13" fmla="*/ 163830 w 165735"/>
                <a:gd name="connsiteY13" fmla="*/ 13335 h 194310"/>
                <a:gd name="connsiteX14" fmla="*/ 161925 w 165735"/>
                <a:gd name="connsiteY14" fmla="*/ 7620 h 194310"/>
                <a:gd name="connsiteX15" fmla="*/ 158115 w 165735"/>
                <a:gd name="connsiteY15" fmla="*/ 0 h 194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735" h="194310">
                  <a:moveTo>
                    <a:pt x="0" y="194310"/>
                  </a:moveTo>
                  <a:cubicBezTo>
                    <a:pt x="15875" y="193675"/>
                    <a:pt x="31772" y="193462"/>
                    <a:pt x="47625" y="192405"/>
                  </a:cubicBezTo>
                  <a:cubicBezTo>
                    <a:pt x="55341" y="191891"/>
                    <a:pt x="68434" y="186739"/>
                    <a:pt x="74295" y="184785"/>
                  </a:cubicBezTo>
                  <a:lnTo>
                    <a:pt x="80010" y="182880"/>
                  </a:lnTo>
                  <a:cubicBezTo>
                    <a:pt x="89491" y="179720"/>
                    <a:pt x="93462" y="178953"/>
                    <a:pt x="102870" y="169545"/>
                  </a:cubicBezTo>
                  <a:cubicBezTo>
                    <a:pt x="104775" y="167640"/>
                    <a:pt x="106343" y="165324"/>
                    <a:pt x="108585" y="163830"/>
                  </a:cubicBezTo>
                  <a:cubicBezTo>
                    <a:pt x="110256" y="162716"/>
                    <a:pt x="112454" y="162716"/>
                    <a:pt x="114300" y="161925"/>
                  </a:cubicBezTo>
                  <a:cubicBezTo>
                    <a:pt x="116910" y="160806"/>
                    <a:pt x="119557" y="159690"/>
                    <a:pt x="121920" y="158115"/>
                  </a:cubicBezTo>
                  <a:cubicBezTo>
                    <a:pt x="135856" y="148824"/>
                    <a:pt x="130798" y="149452"/>
                    <a:pt x="142875" y="133350"/>
                  </a:cubicBezTo>
                  <a:cubicBezTo>
                    <a:pt x="144780" y="130810"/>
                    <a:pt x="146873" y="128401"/>
                    <a:pt x="148590" y="125730"/>
                  </a:cubicBezTo>
                  <a:cubicBezTo>
                    <a:pt x="152594" y="119501"/>
                    <a:pt x="160020" y="106680"/>
                    <a:pt x="160020" y="106680"/>
                  </a:cubicBezTo>
                  <a:cubicBezTo>
                    <a:pt x="161733" y="99830"/>
                    <a:pt x="162621" y="96790"/>
                    <a:pt x="163830" y="89535"/>
                  </a:cubicBezTo>
                  <a:cubicBezTo>
                    <a:pt x="164568" y="85106"/>
                    <a:pt x="165100" y="80645"/>
                    <a:pt x="165735" y="76200"/>
                  </a:cubicBezTo>
                  <a:cubicBezTo>
                    <a:pt x="165100" y="55245"/>
                    <a:pt x="164993" y="34267"/>
                    <a:pt x="163830" y="13335"/>
                  </a:cubicBezTo>
                  <a:cubicBezTo>
                    <a:pt x="163719" y="11330"/>
                    <a:pt x="162716" y="9466"/>
                    <a:pt x="161925" y="7620"/>
                  </a:cubicBezTo>
                  <a:cubicBezTo>
                    <a:pt x="160806" y="5010"/>
                    <a:pt x="158115" y="0"/>
                    <a:pt x="158115" y="0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F1B78E87-270B-412A-ABCA-35C39D01370D}"/>
                </a:ext>
              </a:extLst>
            </p:cNvPr>
            <p:cNvSpPr/>
            <p:nvPr/>
          </p:nvSpPr>
          <p:spPr>
            <a:xfrm rot="61165">
              <a:off x="7452524" y="3851482"/>
              <a:ext cx="99060" cy="64770"/>
            </a:xfrm>
            <a:custGeom>
              <a:avLst/>
              <a:gdLst>
                <a:gd name="connsiteX0" fmla="*/ 0 w 99060"/>
                <a:gd name="connsiteY0" fmla="*/ 30480 h 64770"/>
                <a:gd name="connsiteX1" fmla="*/ 9525 w 99060"/>
                <a:gd name="connsiteY1" fmla="*/ 40005 h 64770"/>
                <a:gd name="connsiteX2" fmla="*/ 13335 w 99060"/>
                <a:gd name="connsiteY2" fmla="*/ 45720 h 64770"/>
                <a:gd name="connsiteX3" fmla="*/ 24765 w 99060"/>
                <a:gd name="connsiteY3" fmla="*/ 51435 h 64770"/>
                <a:gd name="connsiteX4" fmla="*/ 32385 w 99060"/>
                <a:gd name="connsiteY4" fmla="*/ 55245 h 64770"/>
                <a:gd name="connsiteX5" fmla="*/ 49530 w 99060"/>
                <a:gd name="connsiteY5" fmla="*/ 60960 h 64770"/>
                <a:gd name="connsiteX6" fmla="*/ 60960 w 99060"/>
                <a:gd name="connsiteY6" fmla="*/ 64770 h 64770"/>
                <a:gd name="connsiteX7" fmla="*/ 66675 w 99060"/>
                <a:gd name="connsiteY7" fmla="*/ 62865 h 64770"/>
                <a:gd name="connsiteX8" fmla="*/ 72390 w 99060"/>
                <a:gd name="connsiteY8" fmla="*/ 55245 h 64770"/>
                <a:gd name="connsiteX9" fmla="*/ 74295 w 99060"/>
                <a:gd name="connsiteY9" fmla="*/ 49530 h 64770"/>
                <a:gd name="connsiteX10" fmla="*/ 78105 w 99060"/>
                <a:gd name="connsiteY10" fmla="*/ 40005 h 64770"/>
                <a:gd name="connsiteX11" fmla="*/ 83820 w 99060"/>
                <a:gd name="connsiteY11" fmla="*/ 32385 h 64770"/>
                <a:gd name="connsiteX12" fmla="*/ 85725 w 99060"/>
                <a:gd name="connsiteY12" fmla="*/ 24765 h 64770"/>
                <a:gd name="connsiteX13" fmla="*/ 89535 w 99060"/>
                <a:gd name="connsiteY13" fmla="*/ 19050 h 64770"/>
                <a:gd name="connsiteX14" fmla="*/ 99060 w 99060"/>
                <a:gd name="connsiteY14" fmla="*/ 0 h 64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060" h="64770">
                  <a:moveTo>
                    <a:pt x="0" y="30480"/>
                  </a:moveTo>
                  <a:cubicBezTo>
                    <a:pt x="3175" y="33655"/>
                    <a:pt x="6568" y="36626"/>
                    <a:pt x="9525" y="40005"/>
                  </a:cubicBezTo>
                  <a:cubicBezTo>
                    <a:pt x="11033" y="41728"/>
                    <a:pt x="11716" y="44101"/>
                    <a:pt x="13335" y="45720"/>
                  </a:cubicBezTo>
                  <a:cubicBezTo>
                    <a:pt x="17911" y="50296"/>
                    <a:pt x="19342" y="49111"/>
                    <a:pt x="24765" y="51435"/>
                  </a:cubicBezTo>
                  <a:cubicBezTo>
                    <a:pt x="27375" y="52554"/>
                    <a:pt x="29790" y="54092"/>
                    <a:pt x="32385" y="55245"/>
                  </a:cubicBezTo>
                  <a:cubicBezTo>
                    <a:pt x="45607" y="61121"/>
                    <a:pt x="37623" y="57388"/>
                    <a:pt x="49530" y="60960"/>
                  </a:cubicBezTo>
                  <a:cubicBezTo>
                    <a:pt x="53377" y="62114"/>
                    <a:pt x="60960" y="64770"/>
                    <a:pt x="60960" y="64770"/>
                  </a:cubicBezTo>
                  <a:cubicBezTo>
                    <a:pt x="62865" y="64135"/>
                    <a:pt x="65132" y="64151"/>
                    <a:pt x="66675" y="62865"/>
                  </a:cubicBezTo>
                  <a:cubicBezTo>
                    <a:pt x="69114" y="60832"/>
                    <a:pt x="70815" y="58002"/>
                    <a:pt x="72390" y="55245"/>
                  </a:cubicBezTo>
                  <a:cubicBezTo>
                    <a:pt x="73386" y="53502"/>
                    <a:pt x="73590" y="51410"/>
                    <a:pt x="74295" y="49530"/>
                  </a:cubicBezTo>
                  <a:cubicBezTo>
                    <a:pt x="75496" y="46328"/>
                    <a:pt x="76444" y="42994"/>
                    <a:pt x="78105" y="40005"/>
                  </a:cubicBezTo>
                  <a:cubicBezTo>
                    <a:pt x="79647" y="37230"/>
                    <a:pt x="81915" y="34925"/>
                    <a:pt x="83820" y="32385"/>
                  </a:cubicBezTo>
                  <a:cubicBezTo>
                    <a:pt x="84455" y="29845"/>
                    <a:pt x="84694" y="27171"/>
                    <a:pt x="85725" y="24765"/>
                  </a:cubicBezTo>
                  <a:cubicBezTo>
                    <a:pt x="86627" y="22661"/>
                    <a:pt x="88439" y="21060"/>
                    <a:pt x="89535" y="19050"/>
                  </a:cubicBezTo>
                  <a:lnTo>
                    <a:pt x="99060" y="0"/>
                  </a:ln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40" name="Straight Arrow Connector 339">
            <a:extLst>
              <a:ext uri="{FF2B5EF4-FFF2-40B4-BE49-F238E27FC236}">
                <a16:creationId xmlns:a16="http://schemas.microsoft.com/office/drawing/2014/main" id="{719D3577-4809-4561-B763-6C29CD1AB80F}"/>
              </a:ext>
            </a:extLst>
          </p:cNvPr>
          <p:cNvCxnSpPr>
            <a:cxnSpLocks/>
          </p:cNvCxnSpPr>
          <p:nvPr/>
        </p:nvCxnSpPr>
        <p:spPr>
          <a:xfrm>
            <a:off x="6341082" y="1808392"/>
            <a:ext cx="451367" cy="648016"/>
          </a:xfrm>
          <a:prstGeom prst="straightConnector1">
            <a:avLst/>
          </a:prstGeom>
          <a:solidFill>
            <a:srgbClr val="78E5F4"/>
          </a:solidFill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683EAABC-D16C-40AB-BE65-A58242283BCF}"/>
              </a:ext>
            </a:extLst>
          </p:cNvPr>
          <p:cNvSpPr txBox="1"/>
          <p:nvPr/>
        </p:nvSpPr>
        <p:spPr>
          <a:xfrm>
            <a:off x="3231794" y="5586103"/>
            <a:ext cx="7785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3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Arial" panose="020B0604020202020204" pitchFamily="34" charset="0"/>
              </a:rPr>
              <a:t>X0</a:t>
            </a:r>
            <a:endParaRPr lang="vi-VN" sz="13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79" name="Straight Arrow Connector 378">
            <a:extLst>
              <a:ext uri="{FF2B5EF4-FFF2-40B4-BE49-F238E27FC236}">
                <a16:creationId xmlns:a16="http://schemas.microsoft.com/office/drawing/2014/main" id="{DD02AA77-7D55-4101-889A-B094B55DE108}"/>
              </a:ext>
            </a:extLst>
          </p:cNvPr>
          <p:cNvCxnSpPr>
            <a:cxnSpLocks/>
          </p:cNvCxnSpPr>
          <p:nvPr/>
        </p:nvCxnSpPr>
        <p:spPr>
          <a:xfrm flipV="1">
            <a:off x="6350609" y="1144847"/>
            <a:ext cx="235890" cy="655658"/>
          </a:xfrm>
          <a:prstGeom prst="straightConnector1">
            <a:avLst/>
          </a:prstGeom>
          <a:solidFill>
            <a:srgbClr val="78E5F4"/>
          </a:solidFill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0" name="TextBox 379">
            <a:extLst>
              <a:ext uri="{FF2B5EF4-FFF2-40B4-BE49-F238E27FC236}">
                <a16:creationId xmlns:a16="http://schemas.microsoft.com/office/drawing/2014/main" id="{E5E19613-62E9-440B-8288-81268B149A17}"/>
              </a:ext>
            </a:extLst>
          </p:cNvPr>
          <p:cNvSpPr txBox="1"/>
          <p:nvPr/>
        </p:nvSpPr>
        <p:spPr>
          <a:xfrm>
            <a:off x="6512126" y="1180170"/>
            <a:ext cx="43993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3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X4’</a:t>
            </a:r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9E314F5D-2225-4073-B544-CAA1CD791D39}"/>
              </a:ext>
            </a:extLst>
          </p:cNvPr>
          <p:cNvSpPr txBox="1"/>
          <p:nvPr/>
        </p:nvSpPr>
        <p:spPr>
          <a:xfrm>
            <a:off x="5321585" y="1598139"/>
            <a:ext cx="43993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3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Z4’</a:t>
            </a:r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4C94E342-318F-44F7-A9B7-0550B69C10C0}"/>
              </a:ext>
            </a:extLst>
          </p:cNvPr>
          <p:cNvSpPr txBox="1"/>
          <p:nvPr/>
        </p:nvSpPr>
        <p:spPr>
          <a:xfrm>
            <a:off x="6159067" y="1035184"/>
            <a:ext cx="43993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3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Z5</a:t>
            </a:r>
          </a:p>
        </p:txBody>
      </p:sp>
      <p:cxnSp>
        <p:nvCxnSpPr>
          <p:cNvPr id="383" name="Straight Arrow Connector 382">
            <a:extLst>
              <a:ext uri="{FF2B5EF4-FFF2-40B4-BE49-F238E27FC236}">
                <a16:creationId xmlns:a16="http://schemas.microsoft.com/office/drawing/2014/main" id="{43C09A65-8ACF-4083-8490-2017BA7F9A63}"/>
              </a:ext>
            </a:extLst>
          </p:cNvPr>
          <p:cNvCxnSpPr>
            <a:cxnSpLocks/>
          </p:cNvCxnSpPr>
          <p:nvPr/>
        </p:nvCxnSpPr>
        <p:spPr>
          <a:xfrm flipH="1">
            <a:off x="5468283" y="1827959"/>
            <a:ext cx="860589" cy="214242"/>
          </a:xfrm>
          <a:prstGeom prst="straightConnector1">
            <a:avLst/>
          </a:prstGeom>
          <a:solidFill>
            <a:srgbClr val="78E5F4"/>
          </a:solidFill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4" name="TextBox 383">
            <a:extLst>
              <a:ext uri="{FF2B5EF4-FFF2-40B4-BE49-F238E27FC236}">
                <a16:creationId xmlns:a16="http://schemas.microsoft.com/office/drawing/2014/main" id="{8BAB0B85-8177-4F37-92B1-B80CD62F1CF8}"/>
              </a:ext>
            </a:extLst>
          </p:cNvPr>
          <p:cNvSpPr txBox="1"/>
          <p:nvPr/>
        </p:nvSpPr>
        <p:spPr>
          <a:xfrm>
            <a:off x="6641931" y="2132331"/>
            <a:ext cx="43993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3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X5</a:t>
            </a:r>
          </a:p>
        </p:txBody>
      </p: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A0790BE5-7CB3-4A83-A10F-0BD5CF2AD11F}"/>
              </a:ext>
            </a:extLst>
          </p:cNvPr>
          <p:cNvCxnSpPr>
            <a:cxnSpLocks/>
          </p:cNvCxnSpPr>
          <p:nvPr/>
        </p:nvCxnSpPr>
        <p:spPr>
          <a:xfrm>
            <a:off x="6663314" y="942857"/>
            <a:ext cx="486237" cy="758484"/>
          </a:xfrm>
          <a:prstGeom prst="straightConnector1">
            <a:avLst/>
          </a:prstGeom>
          <a:solidFill>
            <a:srgbClr val="78E5F4"/>
          </a:solidFill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0311E970-CD93-4377-91B2-77267A0268F3}"/>
              </a:ext>
            </a:extLst>
          </p:cNvPr>
          <p:cNvCxnSpPr>
            <a:cxnSpLocks/>
          </p:cNvCxnSpPr>
          <p:nvPr/>
        </p:nvCxnSpPr>
        <p:spPr>
          <a:xfrm flipV="1">
            <a:off x="6677955" y="237938"/>
            <a:ext cx="235890" cy="655658"/>
          </a:xfrm>
          <a:prstGeom prst="straightConnector1">
            <a:avLst/>
          </a:prstGeom>
          <a:solidFill>
            <a:srgbClr val="78E5F4"/>
          </a:solidFill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TextBox 388">
            <a:extLst>
              <a:ext uri="{FF2B5EF4-FFF2-40B4-BE49-F238E27FC236}">
                <a16:creationId xmlns:a16="http://schemas.microsoft.com/office/drawing/2014/main" id="{E30B98E1-05D3-44FD-B5D2-BFA1EF246A3D}"/>
              </a:ext>
            </a:extLst>
          </p:cNvPr>
          <p:cNvSpPr txBox="1"/>
          <p:nvPr/>
        </p:nvSpPr>
        <p:spPr>
          <a:xfrm>
            <a:off x="6842554" y="151821"/>
            <a:ext cx="43993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3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ZE</a:t>
            </a:r>
          </a:p>
        </p:txBody>
      </p:sp>
      <p:sp>
        <p:nvSpPr>
          <p:cNvPr id="390" name="TextBox 389">
            <a:extLst>
              <a:ext uri="{FF2B5EF4-FFF2-40B4-BE49-F238E27FC236}">
                <a16:creationId xmlns:a16="http://schemas.microsoft.com/office/drawing/2014/main" id="{9853E4F0-2FE9-48F8-B5A7-2583AA0CDAE9}"/>
              </a:ext>
            </a:extLst>
          </p:cNvPr>
          <p:cNvSpPr txBox="1"/>
          <p:nvPr/>
        </p:nvSpPr>
        <p:spPr>
          <a:xfrm>
            <a:off x="7016373" y="1360112"/>
            <a:ext cx="43993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3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</a:t>
            </a:r>
          </a:p>
        </p:txBody>
      </p:sp>
    </p:spTree>
    <p:extLst>
      <p:ext uri="{BB962C8B-B14F-4D97-AF65-F5344CB8AC3E}">
        <p14:creationId xmlns:p14="http://schemas.microsoft.com/office/powerpoint/2010/main" val="2658106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4082DA7D-D79C-4CF4-840F-399D2B3428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8497763"/>
                  </p:ext>
                </p:extLst>
              </p:nvPr>
            </p:nvGraphicFramePr>
            <p:xfrm>
              <a:off x="2031999" y="236340"/>
              <a:ext cx="8128001" cy="6232208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161143">
                      <a:extLst>
                        <a:ext uri="{9D8B030D-6E8A-4147-A177-3AD203B41FA5}">
                          <a16:colId xmlns:a16="http://schemas.microsoft.com/office/drawing/2014/main" val="3562338052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4060691496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783263055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685235333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890684512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4107356381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1743654588"/>
                        </a:ext>
                      </a:extLst>
                    </a:gridCol>
                  </a:tblGrid>
                  <a:tr h="5804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000" dirty="0">
                              <a:latin typeface="+mj-lt"/>
                            </a:rPr>
                            <a:t>Chuyển hệ </a:t>
                          </a:r>
                          <a:endParaRPr lang="en-US" sz="200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kern="1200" smtClean="0">
                                        <a:solidFill>
                                          <a:schemeClr val="lt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kern="1200">
                                        <a:solidFill>
                                          <a:schemeClr val="lt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1800" b="1" i="1" kern="1200">
                                        <a:solidFill>
                                          <a:schemeClr val="lt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kern="1200" smtClean="0">
                                        <a:solidFill>
                                          <a:schemeClr val="lt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kern="1200">
                                        <a:solidFill>
                                          <a:schemeClr val="lt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 b="1" i="1" kern="1200">
                                        <a:solidFill>
                                          <a:schemeClr val="lt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Ma trận H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Tọa độ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21780456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 ⇒ 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H01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O1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93045058"/>
                      </a:ext>
                    </a:extLst>
                  </a:tr>
                  <a:tr h="55721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vi-VN" dirty="0"/>
                            <a:t>1 ⇒ 1’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q1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b="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H11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14344204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vi-VN" dirty="0"/>
                            <a:t>1’ ⇒ 2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vi-V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  <m:r>
                                  <a:rPr lang="vi-V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2−</m:t>
                                </m:r>
                                <m:f>
                                  <m:fPr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H12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O2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94143780"/>
                      </a:ext>
                    </a:extLst>
                  </a:tr>
                  <a:tr h="55721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vi-VN" dirty="0"/>
                            <a:t>2 ⇒ 3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L2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a2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H23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O3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09180007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vi-VN" dirty="0"/>
                            <a:t>3 ⇒ 3’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q3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vi-VN" b="0" i="0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H33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76176246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vi-VN" dirty="0"/>
                            <a:t>3’ ⇒ 4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q4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H34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O4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96777927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vi-VN" dirty="0"/>
                            <a:t>4 ⇒ 4’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L4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H44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57645101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vi-VN" dirty="0"/>
                            <a:t>4’ ⇒ 5’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H45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68403167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vi-VN" dirty="0"/>
                            <a:t>5’ ⇒ 5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vi-VN" dirty="0"/>
                            <a:t>q5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H5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O5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53510973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vi-VN" dirty="0"/>
                            <a:t>5 ⇒ E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L5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HE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E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0566216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3">
                <a:extLst>
                  <a:ext uri="{FF2B5EF4-FFF2-40B4-BE49-F238E27FC236}">
                    <a16:creationId xmlns:a16="http://schemas.microsoft.com/office/drawing/2014/main" id="{4082DA7D-D79C-4CF4-840F-399D2B3428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8497763"/>
                  </p:ext>
                </p:extLst>
              </p:nvPr>
            </p:nvGraphicFramePr>
            <p:xfrm>
              <a:off x="2031999" y="236340"/>
              <a:ext cx="8128001" cy="6232208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161143">
                      <a:extLst>
                        <a:ext uri="{9D8B030D-6E8A-4147-A177-3AD203B41FA5}">
                          <a16:colId xmlns:a16="http://schemas.microsoft.com/office/drawing/2014/main" val="3562338052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4060691496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783263055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685235333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890684512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4107356381"/>
                        </a:ext>
                      </a:extLst>
                    </a:gridCol>
                    <a:gridCol w="1161143">
                      <a:extLst>
                        <a:ext uri="{9D8B030D-6E8A-4147-A177-3AD203B41FA5}">
                          <a16:colId xmlns:a16="http://schemas.microsoft.com/office/drawing/2014/main" val="1743654588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000" dirty="0">
                              <a:latin typeface="+mj-lt"/>
                            </a:rPr>
                            <a:t>Chuyển hệ </a:t>
                          </a:r>
                          <a:endParaRPr lang="en-US" sz="2000" dirty="0">
                            <a:latin typeface="+mj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053" t="-4348" r="-503684" b="-79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4348" r="-401047" b="-79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579" t="-4348" r="-303158" b="-79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9476" t="-4348" r="-201571" b="-79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Ma trận H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Tọa độ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21780456"/>
                      </a:ext>
                    </a:extLst>
                  </a:tr>
                  <a:tr h="5575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 ⇒ 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053" t="-130435" r="-503684" b="-8902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9476" t="-130435" r="-201571" b="-8902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H01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O1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93045058"/>
                      </a:ext>
                    </a:extLst>
                  </a:tr>
                  <a:tr h="55753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vi-VN" dirty="0"/>
                            <a:t>1 ⇒ 1’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q1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9476" t="-232967" r="-201571" b="-8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H11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14344204"/>
                      </a:ext>
                    </a:extLst>
                  </a:tr>
                  <a:tr h="55753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vi-VN" dirty="0"/>
                            <a:t>1’ ⇒ 2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053" t="-329348" r="-503684" b="-6913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H12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O2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94143780"/>
                      </a:ext>
                    </a:extLst>
                  </a:tr>
                  <a:tr h="55721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vi-VN" dirty="0"/>
                            <a:t>2 ⇒ 3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L2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a2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H23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O3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09180007"/>
                      </a:ext>
                    </a:extLst>
                  </a:tr>
                  <a:tr h="55753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vi-VN" dirty="0"/>
                            <a:t>3 ⇒ 3’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q3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9476" t="-535165" r="-201571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H33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76176246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vi-VN" dirty="0"/>
                            <a:t>3’ ⇒ 4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q4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H34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O4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96777927"/>
                      </a:ext>
                    </a:extLst>
                  </a:tr>
                  <a:tr h="55753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vi-VN" dirty="0"/>
                            <a:t>4 ⇒ 4’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L4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9476" t="-725000" r="-201571" b="-2956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H44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57645101"/>
                      </a:ext>
                    </a:extLst>
                  </a:tr>
                  <a:tr h="55753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vi-VN" dirty="0"/>
                            <a:t>4’ ⇒ 5’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053" t="-825000" r="-503684" b="-1956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9476" t="-825000" r="-201571" b="-1956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H45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68403167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vi-VN" dirty="0"/>
                            <a:t>5’ ⇒ 5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vi-VN" dirty="0"/>
                            <a:t>q5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H5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O5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53510973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vi-VN" dirty="0"/>
                            <a:t>5 ⇒ E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L5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0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HE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E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0566216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08358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E16F56-A015-2C7F-763D-58A3ED775435}"/>
              </a:ext>
            </a:extLst>
          </p:cNvPr>
          <p:cNvSpPr txBox="1"/>
          <p:nvPr/>
        </p:nvSpPr>
        <p:spPr>
          <a:xfrm>
            <a:off x="4894508" y="4509591"/>
            <a:ext cx="452008" cy="31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vi-VN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O2</a:t>
            </a:r>
            <a:endParaRPr lang="en-SG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6E6948-5081-C93F-C16F-3F37532B326E}"/>
              </a:ext>
            </a:extLst>
          </p:cNvPr>
          <p:cNvSpPr txBox="1"/>
          <p:nvPr/>
        </p:nvSpPr>
        <p:spPr>
          <a:xfrm>
            <a:off x="8490995" y="1461642"/>
            <a:ext cx="426634" cy="312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vi-VN" sz="14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endParaRPr lang="en-SG" sz="1400" b="1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68D18C1-CE44-8E89-D326-0F5ACAEA3F0D}"/>
              </a:ext>
            </a:extLst>
          </p:cNvPr>
          <p:cNvSpPr/>
          <p:nvPr/>
        </p:nvSpPr>
        <p:spPr>
          <a:xfrm>
            <a:off x="6171567" y="1251163"/>
            <a:ext cx="93475" cy="93475"/>
          </a:xfrm>
          <a:prstGeom prst="ellipse">
            <a:avLst/>
          </a:prstGeom>
          <a:ln w="254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5119E94-BAD7-1649-1D37-A0D5130C5103}"/>
              </a:ext>
            </a:extLst>
          </p:cNvPr>
          <p:cNvGrpSpPr/>
          <p:nvPr/>
        </p:nvGrpSpPr>
        <p:grpSpPr>
          <a:xfrm rot="10800000">
            <a:off x="4615073" y="4803149"/>
            <a:ext cx="391005" cy="225791"/>
            <a:chOff x="5629680" y="3899949"/>
            <a:chExt cx="238760" cy="225791"/>
          </a:xfrm>
        </p:grpSpPr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83376170-4F37-0D12-7082-71C26170FDAB}"/>
                </a:ext>
              </a:extLst>
            </p:cNvPr>
            <p:cNvCxnSpPr>
              <a:cxnSpLocks/>
            </p:cNvCxnSpPr>
            <p:nvPr/>
          </p:nvCxnSpPr>
          <p:spPr>
            <a:xfrm>
              <a:off x="5629680" y="4125740"/>
              <a:ext cx="238760" cy="0"/>
            </a:xfrm>
            <a:prstGeom prst="line">
              <a:avLst/>
            </a:prstGeom>
            <a:ln w="508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B0E3CAE2-C267-B985-CCF5-87CEEF3FB838}"/>
                </a:ext>
              </a:extLst>
            </p:cNvPr>
            <p:cNvCxnSpPr>
              <a:cxnSpLocks/>
            </p:cNvCxnSpPr>
            <p:nvPr/>
          </p:nvCxnSpPr>
          <p:spPr>
            <a:xfrm>
              <a:off x="5629680" y="3899949"/>
              <a:ext cx="238760" cy="0"/>
            </a:xfrm>
            <a:prstGeom prst="line">
              <a:avLst/>
            </a:prstGeom>
            <a:ln w="508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5328127-45E9-27EC-2DD4-F3D9BB851C68}"/>
              </a:ext>
            </a:extLst>
          </p:cNvPr>
          <p:cNvGrpSpPr/>
          <p:nvPr/>
        </p:nvGrpSpPr>
        <p:grpSpPr>
          <a:xfrm rot="2407271">
            <a:off x="8412707" y="985603"/>
            <a:ext cx="785355" cy="624595"/>
            <a:chOff x="6303139" y="2596909"/>
            <a:chExt cx="785355" cy="643330"/>
          </a:xfrm>
        </p:grpSpPr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7260DE1C-BC36-3A37-7002-C244E0B732FB}"/>
                </a:ext>
              </a:extLst>
            </p:cNvPr>
            <p:cNvCxnSpPr>
              <a:cxnSpLocks/>
            </p:cNvCxnSpPr>
            <p:nvPr/>
          </p:nvCxnSpPr>
          <p:spPr>
            <a:xfrm>
              <a:off x="6439139" y="2957801"/>
              <a:ext cx="144511" cy="180058"/>
            </a:xfrm>
            <a:prstGeom prst="line">
              <a:avLst/>
            </a:prstGeom>
            <a:ln w="349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20AA0B7D-F07F-6F1B-7495-39E720E6C777}"/>
                </a:ext>
              </a:extLst>
            </p:cNvPr>
            <p:cNvCxnSpPr>
              <a:cxnSpLocks/>
            </p:cNvCxnSpPr>
            <p:nvPr/>
          </p:nvCxnSpPr>
          <p:spPr>
            <a:xfrm rot="19192729">
              <a:off x="6611834" y="2944007"/>
              <a:ext cx="476660" cy="296232"/>
            </a:xfrm>
            <a:prstGeom prst="line">
              <a:avLst/>
            </a:prstGeom>
            <a:ln w="349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AC3A39-E4F0-EB3A-FF74-766BD4CB18DC}"/>
                </a:ext>
              </a:extLst>
            </p:cNvPr>
            <p:cNvCxnSpPr>
              <a:cxnSpLocks/>
            </p:cNvCxnSpPr>
            <p:nvPr/>
          </p:nvCxnSpPr>
          <p:spPr>
            <a:xfrm rot="19192729" flipV="1">
              <a:off x="6303139" y="2596909"/>
              <a:ext cx="461732" cy="261090"/>
            </a:xfrm>
            <a:prstGeom prst="line">
              <a:avLst/>
            </a:prstGeom>
            <a:ln w="349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808D23B-01FA-CA0E-FFDA-27CE00E9F26D}"/>
              </a:ext>
            </a:extLst>
          </p:cNvPr>
          <p:cNvGrpSpPr/>
          <p:nvPr/>
        </p:nvGrpSpPr>
        <p:grpSpPr>
          <a:xfrm>
            <a:off x="3185858" y="4517529"/>
            <a:ext cx="4136635" cy="852015"/>
            <a:chOff x="3497765" y="4697461"/>
            <a:chExt cx="3493889" cy="852015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C7C5E839-7E94-E4F8-B24C-5DCFAE726120}"/>
                </a:ext>
              </a:extLst>
            </p:cNvPr>
            <p:cNvGrpSpPr/>
            <p:nvPr/>
          </p:nvGrpSpPr>
          <p:grpSpPr>
            <a:xfrm rot="16200000">
              <a:off x="6464603" y="4998715"/>
              <a:ext cx="828305" cy="225797"/>
              <a:chOff x="5369330" y="5102175"/>
              <a:chExt cx="1040831" cy="141089"/>
            </a:xfrm>
          </p:grpSpPr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11E58880-BE06-E561-FA97-9A8A47CEFF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69332" y="5102178"/>
                <a:ext cx="1040829" cy="0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2AC2ECB4-3AE8-9607-203F-C78AFE762947}"/>
                  </a:ext>
                </a:extLst>
              </p:cNvPr>
              <p:cNvCxnSpPr/>
              <p:nvPr/>
            </p:nvCxnSpPr>
            <p:spPr>
              <a:xfrm flipH="1">
                <a:off x="5369330" y="5102175"/>
                <a:ext cx="85344" cy="13748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4E6CA1E3-0D42-6607-D9E6-AEDC2F32F309}"/>
                  </a:ext>
                </a:extLst>
              </p:cNvPr>
              <p:cNvCxnSpPr/>
              <p:nvPr/>
            </p:nvCxnSpPr>
            <p:spPr>
              <a:xfrm flipH="1">
                <a:off x="5493737" y="5104662"/>
                <a:ext cx="85344" cy="13748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A67C3ED6-D671-A00C-1D1F-6D76F2146246}"/>
                  </a:ext>
                </a:extLst>
              </p:cNvPr>
              <p:cNvCxnSpPr/>
              <p:nvPr/>
            </p:nvCxnSpPr>
            <p:spPr>
              <a:xfrm flipH="1">
                <a:off x="5615706" y="5102177"/>
                <a:ext cx="85344" cy="13748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83CB68B6-93D2-213A-7E8A-5F2E3F2EE718}"/>
                  </a:ext>
                </a:extLst>
              </p:cNvPr>
              <p:cNvCxnSpPr/>
              <p:nvPr/>
            </p:nvCxnSpPr>
            <p:spPr>
              <a:xfrm flipH="1">
                <a:off x="5740114" y="5105781"/>
                <a:ext cx="85344" cy="13748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202A53E7-4061-9527-B8EB-7E9F39F345DF}"/>
                  </a:ext>
                </a:extLst>
              </p:cNvPr>
              <p:cNvCxnSpPr/>
              <p:nvPr/>
            </p:nvCxnSpPr>
            <p:spPr>
              <a:xfrm flipH="1">
                <a:off x="5861923" y="5102179"/>
                <a:ext cx="85344" cy="13748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28F2BC28-A0FC-2209-8CD1-D373176EF3ED}"/>
                  </a:ext>
                </a:extLst>
              </p:cNvPr>
              <p:cNvCxnSpPr/>
              <p:nvPr/>
            </p:nvCxnSpPr>
            <p:spPr>
              <a:xfrm flipH="1">
                <a:off x="5989040" y="5102179"/>
                <a:ext cx="85344" cy="13748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8BF2F6E0-A143-25F0-F610-9FF40150ECA9}"/>
                  </a:ext>
                </a:extLst>
              </p:cNvPr>
              <p:cNvCxnSpPr/>
              <p:nvPr/>
            </p:nvCxnSpPr>
            <p:spPr>
              <a:xfrm flipH="1">
                <a:off x="6116157" y="5102179"/>
                <a:ext cx="85344" cy="13748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14E3F891-5BB2-7A5F-05CF-26E23A08C890}"/>
                  </a:ext>
                </a:extLst>
              </p:cNvPr>
              <p:cNvCxnSpPr/>
              <p:nvPr/>
            </p:nvCxnSpPr>
            <p:spPr>
              <a:xfrm flipH="1">
                <a:off x="6243274" y="5102179"/>
                <a:ext cx="85344" cy="13748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51F6A373-571D-00DD-D640-526CAF4EC915}"/>
                </a:ext>
              </a:extLst>
            </p:cNvPr>
            <p:cNvGrpSpPr/>
            <p:nvPr/>
          </p:nvGrpSpPr>
          <p:grpSpPr>
            <a:xfrm>
              <a:off x="3497765" y="4721172"/>
              <a:ext cx="209022" cy="828304"/>
              <a:chOff x="6490335" y="3828464"/>
              <a:chExt cx="209022" cy="828304"/>
            </a:xfrm>
          </p:grpSpPr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41BA49BE-A70E-63BB-26F3-9BEFC3E5DE8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285205" y="4242616"/>
                <a:ext cx="828303" cy="0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E8E1DB97-B1A4-1E56-69E1-B8C17A0501A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490335" y="3871617"/>
                <a:ext cx="209021" cy="9649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9B3B1609-7018-A21C-0BB9-05922C9CB05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490335" y="4011268"/>
                <a:ext cx="209021" cy="9649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8A9D2954-4484-CFE3-C095-CBF0E6D9FC0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490335" y="4146118"/>
                <a:ext cx="209021" cy="9649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1A468E40-89B5-7D60-885F-ACD5FAE7EA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490335" y="4280968"/>
                <a:ext cx="209021" cy="9649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8B958113-8B52-B63E-82FD-7BA41FBA077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490335" y="4420619"/>
                <a:ext cx="209021" cy="9649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74E92FD0-E3F9-E768-0E27-A4706D9052A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490335" y="4560270"/>
                <a:ext cx="209021" cy="9649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164091C-6A9D-7764-D51D-DC18C04E12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06789" y="5092911"/>
              <a:ext cx="3043731" cy="8953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7F30071-2236-A1ED-A5E7-EBD6F0E92DB0}"/>
              </a:ext>
            </a:extLst>
          </p:cNvPr>
          <p:cNvCxnSpPr>
            <a:cxnSpLocks/>
          </p:cNvCxnSpPr>
          <p:nvPr/>
        </p:nvCxnSpPr>
        <p:spPr>
          <a:xfrm>
            <a:off x="4829209" y="2396238"/>
            <a:ext cx="191" cy="2407822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589B3D6-1ABD-43AB-50BF-EC647B2AE590}"/>
              </a:ext>
            </a:extLst>
          </p:cNvPr>
          <p:cNvCxnSpPr>
            <a:cxnSpLocks/>
          </p:cNvCxnSpPr>
          <p:nvPr/>
        </p:nvCxnSpPr>
        <p:spPr>
          <a:xfrm flipH="1">
            <a:off x="4814232" y="2423863"/>
            <a:ext cx="1281768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C5F97EF-B15F-978B-7238-E6B48A2CD570}"/>
              </a:ext>
            </a:extLst>
          </p:cNvPr>
          <p:cNvGrpSpPr/>
          <p:nvPr/>
        </p:nvGrpSpPr>
        <p:grpSpPr>
          <a:xfrm rot="5400000">
            <a:off x="6026554" y="2296595"/>
            <a:ext cx="391275" cy="219303"/>
            <a:chOff x="5634233" y="3901902"/>
            <a:chExt cx="238925" cy="219303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C74A9245-C005-8BA2-692C-586AE90C4A5D}"/>
                </a:ext>
              </a:extLst>
            </p:cNvPr>
            <p:cNvCxnSpPr>
              <a:cxnSpLocks/>
            </p:cNvCxnSpPr>
            <p:nvPr/>
          </p:nvCxnSpPr>
          <p:spPr>
            <a:xfrm>
              <a:off x="5634398" y="4121205"/>
              <a:ext cx="238760" cy="0"/>
            </a:xfrm>
            <a:prstGeom prst="line">
              <a:avLst/>
            </a:prstGeom>
            <a:ln w="508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A523207C-CBC8-24BB-DDAE-394001541EE2}"/>
                </a:ext>
              </a:extLst>
            </p:cNvPr>
            <p:cNvCxnSpPr>
              <a:cxnSpLocks/>
            </p:cNvCxnSpPr>
            <p:nvPr/>
          </p:nvCxnSpPr>
          <p:spPr>
            <a:xfrm>
              <a:off x="5634233" y="3901902"/>
              <a:ext cx="238760" cy="0"/>
            </a:xfrm>
            <a:prstGeom prst="line">
              <a:avLst/>
            </a:prstGeom>
            <a:ln w="508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D4D50D6-C9D6-9D69-E81A-95C1629E1449}"/>
              </a:ext>
            </a:extLst>
          </p:cNvPr>
          <p:cNvCxnSpPr>
            <a:cxnSpLocks/>
          </p:cNvCxnSpPr>
          <p:nvPr/>
        </p:nvCxnSpPr>
        <p:spPr>
          <a:xfrm>
            <a:off x="6220917" y="1297900"/>
            <a:ext cx="0" cy="1791327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D328C21-5D95-C1D0-AAB2-EF90BE61118F}"/>
              </a:ext>
            </a:extLst>
          </p:cNvPr>
          <p:cNvCxnSpPr>
            <a:cxnSpLocks/>
          </p:cNvCxnSpPr>
          <p:nvPr/>
        </p:nvCxnSpPr>
        <p:spPr>
          <a:xfrm>
            <a:off x="6104767" y="3094610"/>
            <a:ext cx="227076" cy="0"/>
          </a:xfrm>
          <a:prstGeom prst="line">
            <a:avLst/>
          </a:prstGeom>
          <a:ln w="635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3E99B91-DE15-F8C6-222E-D360A3791AED}"/>
              </a:ext>
            </a:extLst>
          </p:cNvPr>
          <p:cNvCxnSpPr>
            <a:cxnSpLocks/>
          </p:cNvCxnSpPr>
          <p:nvPr/>
        </p:nvCxnSpPr>
        <p:spPr>
          <a:xfrm flipH="1">
            <a:off x="6218304" y="1297555"/>
            <a:ext cx="1281768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A16D64B-9C01-5045-2C8A-880BC08B30FE}"/>
              </a:ext>
            </a:extLst>
          </p:cNvPr>
          <p:cNvCxnSpPr>
            <a:cxnSpLocks/>
          </p:cNvCxnSpPr>
          <p:nvPr/>
        </p:nvCxnSpPr>
        <p:spPr>
          <a:xfrm flipH="1" flipV="1">
            <a:off x="7647682" y="1291239"/>
            <a:ext cx="897476" cy="988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3A84C29-D038-BAB5-63FA-26A8979E768B}"/>
              </a:ext>
            </a:extLst>
          </p:cNvPr>
          <p:cNvGrpSpPr/>
          <p:nvPr/>
        </p:nvGrpSpPr>
        <p:grpSpPr>
          <a:xfrm>
            <a:off x="3413517" y="3865763"/>
            <a:ext cx="474821" cy="1098280"/>
            <a:chOff x="6502185" y="4626562"/>
            <a:chExt cx="474821" cy="1098280"/>
          </a:xfrm>
        </p:grpSpPr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B9311A18-6704-2A71-AC07-4559D82CFE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0617" y="4792008"/>
              <a:ext cx="3693" cy="893734"/>
            </a:xfrm>
            <a:prstGeom prst="straightConnector1">
              <a:avLst/>
            </a:prstGeom>
            <a:solidFill>
              <a:srgbClr val="78E5F4"/>
            </a:solidFill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B760B850-5685-A42E-C25C-007DA099524C}"/>
                </a:ext>
              </a:extLst>
            </p:cNvPr>
            <p:cNvGrpSpPr/>
            <p:nvPr/>
          </p:nvGrpSpPr>
          <p:grpSpPr>
            <a:xfrm>
              <a:off x="6502185" y="4626562"/>
              <a:ext cx="474821" cy="1098280"/>
              <a:chOff x="7070895" y="4524619"/>
              <a:chExt cx="474821" cy="1098280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A9B8AB4C-1350-46D5-18DD-26A7A6969657}"/>
                  </a:ext>
                </a:extLst>
              </p:cNvPr>
              <p:cNvSpPr/>
              <p:nvPr/>
            </p:nvSpPr>
            <p:spPr>
              <a:xfrm>
                <a:off x="7086609" y="4524619"/>
                <a:ext cx="459107" cy="30777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vi-VN" sz="14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Z0</a:t>
                </a:r>
                <a:endParaRPr lang="vi-VN" sz="1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E9D1C388-3BBA-5E57-AF54-7BC6B8B0CC7E}"/>
                  </a:ext>
                </a:extLst>
              </p:cNvPr>
              <p:cNvSpPr/>
              <p:nvPr/>
            </p:nvSpPr>
            <p:spPr>
              <a:xfrm flipV="1">
                <a:off x="7070895" y="5537842"/>
                <a:ext cx="85057" cy="85057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A6D28357-68A5-28FB-D0DB-ECCD86B2E6F0}"/>
              </a:ext>
            </a:extLst>
          </p:cNvPr>
          <p:cNvSpPr/>
          <p:nvPr/>
        </p:nvSpPr>
        <p:spPr>
          <a:xfrm flipV="1">
            <a:off x="4786680" y="4852763"/>
            <a:ext cx="85057" cy="850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0284F9A-BF23-633B-1C39-64E273A0CB20}"/>
              </a:ext>
            </a:extLst>
          </p:cNvPr>
          <p:cNvSpPr/>
          <p:nvPr/>
        </p:nvSpPr>
        <p:spPr>
          <a:xfrm flipV="1">
            <a:off x="6179571" y="2366420"/>
            <a:ext cx="85057" cy="850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7D12764-A07E-F0FB-6EED-19CD5BBF2DB2}"/>
              </a:ext>
            </a:extLst>
          </p:cNvPr>
          <p:cNvSpPr/>
          <p:nvPr/>
        </p:nvSpPr>
        <p:spPr>
          <a:xfrm flipV="1">
            <a:off x="6180330" y="1252684"/>
            <a:ext cx="85057" cy="850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092B34E-26B4-4DF5-9EC3-B78DEA80EEE9}"/>
              </a:ext>
            </a:extLst>
          </p:cNvPr>
          <p:cNvSpPr/>
          <p:nvPr/>
        </p:nvSpPr>
        <p:spPr>
          <a:xfrm flipV="1">
            <a:off x="7605179" y="1247079"/>
            <a:ext cx="85057" cy="850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1D5D2DD-7E76-CF96-32A0-87B92E894FB5}"/>
              </a:ext>
            </a:extLst>
          </p:cNvPr>
          <p:cNvSpPr/>
          <p:nvPr/>
        </p:nvSpPr>
        <p:spPr>
          <a:xfrm flipV="1">
            <a:off x="8527871" y="1252684"/>
            <a:ext cx="85057" cy="850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DE1277-D864-537E-58F4-A372FE66F80C}"/>
              </a:ext>
            </a:extLst>
          </p:cNvPr>
          <p:cNvSpPr txBox="1"/>
          <p:nvPr/>
        </p:nvSpPr>
        <p:spPr>
          <a:xfrm>
            <a:off x="3413953" y="5039569"/>
            <a:ext cx="778530" cy="31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vi-VN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 = O1</a:t>
            </a:r>
            <a:endParaRPr lang="en-SG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2ADB4E-E8D0-10A8-A24D-97E088E6569C}"/>
              </a:ext>
            </a:extLst>
          </p:cNvPr>
          <p:cNvSpPr txBox="1"/>
          <p:nvPr/>
        </p:nvSpPr>
        <p:spPr>
          <a:xfrm>
            <a:off x="5556107" y="2396238"/>
            <a:ext cx="414978" cy="31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vi-VN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endParaRPr lang="en-SG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410DC7-C9B4-B7A5-0DEA-4A53619BBCA6}"/>
              </a:ext>
            </a:extLst>
          </p:cNvPr>
          <p:cNvSpPr txBox="1"/>
          <p:nvPr/>
        </p:nvSpPr>
        <p:spPr>
          <a:xfrm>
            <a:off x="5626310" y="1171091"/>
            <a:ext cx="481899" cy="31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vi-VN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endParaRPr lang="en-SG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09DA4E-442C-0739-FB1D-5B749C24BEDC}"/>
              </a:ext>
            </a:extLst>
          </p:cNvPr>
          <p:cNvSpPr txBox="1"/>
          <p:nvPr/>
        </p:nvSpPr>
        <p:spPr>
          <a:xfrm>
            <a:off x="7125221" y="1003710"/>
            <a:ext cx="409848" cy="31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vi-VN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endParaRPr lang="en-SG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9495937-1DF8-D0B5-BDDF-1D134668BF1A}"/>
              </a:ext>
            </a:extLst>
          </p:cNvPr>
          <p:cNvSpPr/>
          <p:nvPr/>
        </p:nvSpPr>
        <p:spPr>
          <a:xfrm>
            <a:off x="6218304" y="1744048"/>
            <a:ext cx="405671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</a:t>
            </a:r>
            <a:r>
              <a: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vi-VN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9" name="Left Bracket 88">
            <a:extLst>
              <a:ext uri="{FF2B5EF4-FFF2-40B4-BE49-F238E27FC236}">
                <a16:creationId xmlns:a16="http://schemas.microsoft.com/office/drawing/2014/main" id="{1F80E49F-9059-F09D-E059-A01FA55FA880}"/>
              </a:ext>
            </a:extLst>
          </p:cNvPr>
          <p:cNvSpPr/>
          <p:nvPr/>
        </p:nvSpPr>
        <p:spPr>
          <a:xfrm>
            <a:off x="7491233" y="1138551"/>
            <a:ext cx="234573" cy="289552"/>
          </a:xfrm>
          <a:prstGeom prst="leftBracke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9967509A-9496-C858-8DC3-8170187D34C3}"/>
              </a:ext>
            </a:extLst>
          </p:cNvPr>
          <p:cNvCxnSpPr>
            <a:cxnSpLocks/>
          </p:cNvCxnSpPr>
          <p:nvPr/>
        </p:nvCxnSpPr>
        <p:spPr>
          <a:xfrm rot="5400000" flipV="1">
            <a:off x="3858326" y="4469354"/>
            <a:ext cx="3693" cy="893734"/>
          </a:xfrm>
          <a:prstGeom prst="straightConnector1">
            <a:avLst/>
          </a:prstGeom>
          <a:solidFill>
            <a:srgbClr val="78E5F4"/>
          </a:solidFill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F2B8109-D265-D3EA-EE3D-3335F4CBB96C}"/>
              </a:ext>
            </a:extLst>
          </p:cNvPr>
          <p:cNvGrpSpPr/>
          <p:nvPr/>
        </p:nvGrpSpPr>
        <p:grpSpPr>
          <a:xfrm rot="5400000">
            <a:off x="3779833" y="4470316"/>
            <a:ext cx="327125" cy="1138379"/>
            <a:chOff x="7070895" y="4484520"/>
            <a:chExt cx="327125" cy="1138379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94179EB8-6090-CCFD-100D-E02D65362DE6}"/>
                </a:ext>
              </a:extLst>
            </p:cNvPr>
            <p:cNvSpPr/>
            <p:nvPr/>
          </p:nvSpPr>
          <p:spPr>
            <a:xfrm rot="16200000">
              <a:off x="7014578" y="4560185"/>
              <a:ext cx="459107" cy="30777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vi-VN" sz="1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vi-V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2FF49B49-29FF-4A5E-A01B-9455E304D486}"/>
                </a:ext>
              </a:extLst>
            </p:cNvPr>
            <p:cNvSpPr/>
            <p:nvPr/>
          </p:nvSpPr>
          <p:spPr>
            <a:xfrm flipV="1">
              <a:off x="7070895" y="5537842"/>
              <a:ext cx="85057" cy="85057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13706202-1F04-A7B1-9C20-312D39624E36}"/>
              </a:ext>
            </a:extLst>
          </p:cNvPr>
          <p:cNvSpPr txBox="1"/>
          <p:nvPr/>
        </p:nvSpPr>
        <p:spPr>
          <a:xfrm>
            <a:off x="4472486" y="3436976"/>
            <a:ext cx="594857" cy="31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L2</a:t>
            </a:r>
            <a:endParaRPr lang="en-SG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E0F29DF-4C13-5F94-1F59-79F9FB57A6A7}"/>
              </a:ext>
            </a:extLst>
          </p:cNvPr>
          <p:cNvSpPr txBox="1"/>
          <p:nvPr/>
        </p:nvSpPr>
        <p:spPr>
          <a:xfrm>
            <a:off x="5220229" y="2141994"/>
            <a:ext cx="594857" cy="31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a2</a:t>
            </a:r>
            <a:endParaRPr lang="en-SG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5A63AD1-9FD2-D706-8C23-8893D40FD72E}"/>
              </a:ext>
            </a:extLst>
          </p:cNvPr>
          <p:cNvSpPr txBox="1"/>
          <p:nvPr/>
        </p:nvSpPr>
        <p:spPr>
          <a:xfrm>
            <a:off x="6690483" y="981684"/>
            <a:ext cx="594857" cy="31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L4</a:t>
            </a:r>
            <a:endParaRPr lang="en-SG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6EEDBCA-27B5-735E-5500-C5F7C23292AD}"/>
              </a:ext>
            </a:extLst>
          </p:cNvPr>
          <p:cNvSpPr txBox="1"/>
          <p:nvPr/>
        </p:nvSpPr>
        <p:spPr>
          <a:xfrm>
            <a:off x="7827433" y="943272"/>
            <a:ext cx="594857" cy="31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L5</a:t>
            </a:r>
            <a:endParaRPr lang="en-SG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66833D4F-9017-CC13-5040-86607E2C18BA}"/>
              </a:ext>
            </a:extLst>
          </p:cNvPr>
          <p:cNvSpPr/>
          <p:nvPr/>
        </p:nvSpPr>
        <p:spPr>
          <a:xfrm>
            <a:off x="3836142" y="4597612"/>
            <a:ext cx="405671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</a:t>
            </a:r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vi-VN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88301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013AFE-D12A-D0C3-B36F-A872E5829973}"/>
              </a:ext>
            </a:extLst>
          </p:cNvPr>
          <p:cNvSpPr txBox="1"/>
          <p:nvPr/>
        </p:nvSpPr>
        <p:spPr>
          <a:xfrm>
            <a:off x="6317576" y="5314212"/>
            <a:ext cx="452008" cy="31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vi-VN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O2</a:t>
            </a:r>
            <a:endParaRPr lang="en-SG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6C4D42-3C80-B548-64C2-224B6DBB594E}"/>
              </a:ext>
            </a:extLst>
          </p:cNvPr>
          <p:cNvSpPr txBox="1"/>
          <p:nvPr/>
        </p:nvSpPr>
        <p:spPr>
          <a:xfrm>
            <a:off x="7342549" y="899169"/>
            <a:ext cx="426634" cy="312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vi-VN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endParaRPr lang="en-SG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4BCB41-BFE3-7F63-BF3B-0DCFAA77840E}"/>
              </a:ext>
            </a:extLst>
          </p:cNvPr>
          <p:cNvSpPr/>
          <p:nvPr/>
        </p:nvSpPr>
        <p:spPr>
          <a:xfrm>
            <a:off x="4951224" y="5612607"/>
            <a:ext cx="539580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B84A17B-4E7C-2C43-D811-A8D8E8B5319D}"/>
              </a:ext>
            </a:extLst>
          </p:cNvPr>
          <p:cNvSpPr/>
          <p:nvPr/>
        </p:nvSpPr>
        <p:spPr>
          <a:xfrm>
            <a:off x="7345719" y="2991320"/>
            <a:ext cx="93475" cy="93475"/>
          </a:xfrm>
          <a:prstGeom prst="ellipse">
            <a:avLst/>
          </a:prstGeom>
          <a:ln w="254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97CE056-B7F8-E31F-5C4A-A874A1590D40}"/>
              </a:ext>
            </a:extLst>
          </p:cNvPr>
          <p:cNvCxnSpPr>
            <a:cxnSpLocks/>
          </p:cNvCxnSpPr>
          <p:nvPr/>
        </p:nvCxnSpPr>
        <p:spPr>
          <a:xfrm rot="10800000">
            <a:off x="6348079" y="5099373"/>
            <a:ext cx="391005" cy="0"/>
          </a:xfrm>
          <a:prstGeom prst="line">
            <a:avLst/>
          </a:prstGeom>
          <a:ln w="508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773DEA5-21E2-EC16-4EA4-D8349479571C}"/>
              </a:ext>
            </a:extLst>
          </p:cNvPr>
          <p:cNvCxnSpPr>
            <a:cxnSpLocks/>
          </p:cNvCxnSpPr>
          <p:nvPr/>
        </p:nvCxnSpPr>
        <p:spPr>
          <a:xfrm rot="10800000">
            <a:off x="6348079" y="5325164"/>
            <a:ext cx="391005" cy="0"/>
          </a:xfrm>
          <a:prstGeom prst="line">
            <a:avLst/>
          </a:prstGeom>
          <a:ln w="508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3DF2B9-247E-009D-7A61-9CAEBAED72A4}"/>
              </a:ext>
            </a:extLst>
          </p:cNvPr>
          <p:cNvCxnSpPr>
            <a:cxnSpLocks/>
          </p:cNvCxnSpPr>
          <p:nvPr/>
        </p:nvCxnSpPr>
        <p:spPr>
          <a:xfrm>
            <a:off x="7253464" y="952370"/>
            <a:ext cx="254216" cy="0"/>
          </a:xfrm>
          <a:prstGeom prst="line">
            <a:avLst/>
          </a:prstGeom>
          <a:ln w="349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55078BB-9AE8-8DFD-FAEC-789FBCF73C3F}"/>
              </a:ext>
            </a:extLst>
          </p:cNvPr>
          <p:cNvCxnSpPr>
            <a:cxnSpLocks/>
          </p:cNvCxnSpPr>
          <p:nvPr/>
        </p:nvCxnSpPr>
        <p:spPr>
          <a:xfrm flipV="1">
            <a:off x="7487772" y="458271"/>
            <a:ext cx="165131" cy="505653"/>
          </a:xfrm>
          <a:prstGeom prst="line">
            <a:avLst/>
          </a:prstGeom>
          <a:ln w="349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73A644-CC28-DA49-288F-0184A3B0682F}"/>
              </a:ext>
            </a:extLst>
          </p:cNvPr>
          <p:cNvCxnSpPr>
            <a:cxnSpLocks/>
          </p:cNvCxnSpPr>
          <p:nvPr/>
        </p:nvCxnSpPr>
        <p:spPr>
          <a:xfrm flipH="1" flipV="1">
            <a:off x="7101848" y="475821"/>
            <a:ext cx="171441" cy="488103"/>
          </a:xfrm>
          <a:prstGeom prst="line">
            <a:avLst/>
          </a:prstGeom>
          <a:ln w="349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935D237-BCC2-AE02-0063-1DBE4423293A}"/>
              </a:ext>
            </a:extLst>
          </p:cNvPr>
          <p:cNvCxnSpPr>
            <a:cxnSpLocks/>
          </p:cNvCxnSpPr>
          <p:nvPr/>
        </p:nvCxnSpPr>
        <p:spPr>
          <a:xfrm rot="16200000">
            <a:off x="7664495" y="5220605"/>
            <a:ext cx="828303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DBB6DA-DCAF-0C88-5A2A-FC18389C08A9}"/>
              </a:ext>
            </a:extLst>
          </p:cNvPr>
          <p:cNvCxnSpPr>
            <a:cxnSpLocks/>
          </p:cNvCxnSpPr>
          <p:nvPr/>
        </p:nvCxnSpPr>
        <p:spPr>
          <a:xfrm>
            <a:off x="8078641" y="5566840"/>
            <a:ext cx="274160" cy="1194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AEC3BCE-6930-8466-666B-0F58E9C8ADEB}"/>
              </a:ext>
            </a:extLst>
          </p:cNvPr>
          <p:cNvCxnSpPr>
            <a:cxnSpLocks/>
          </p:cNvCxnSpPr>
          <p:nvPr/>
        </p:nvCxnSpPr>
        <p:spPr>
          <a:xfrm>
            <a:off x="8083354" y="5467835"/>
            <a:ext cx="262622" cy="11497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EE70470-A1E1-6C4C-91D5-6D2D45576B82}"/>
              </a:ext>
            </a:extLst>
          </p:cNvPr>
          <p:cNvCxnSpPr>
            <a:cxnSpLocks/>
          </p:cNvCxnSpPr>
          <p:nvPr/>
        </p:nvCxnSpPr>
        <p:spPr>
          <a:xfrm>
            <a:off x="8078645" y="5370771"/>
            <a:ext cx="274156" cy="11303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CD9AD6C-5ECE-653F-E29A-94A579303125}"/>
              </a:ext>
            </a:extLst>
          </p:cNvPr>
          <p:cNvCxnSpPr>
            <a:cxnSpLocks/>
          </p:cNvCxnSpPr>
          <p:nvPr/>
        </p:nvCxnSpPr>
        <p:spPr>
          <a:xfrm>
            <a:off x="8085474" y="5271766"/>
            <a:ext cx="260502" cy="115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73F69F1-7F5D-9BF0-5B2E-085DFD8E3D42}"/>
              </a:ext>
            </a:extLst>
          </p:cNvPr>
          <p:cNvCxnSpPr>
            <a:cxnSpLocks/>
          </p:cNvCxnSpPr>
          <p:nvPr/>
        </p:nvCxnSpPr>
        <p:spPr>
          <a:xfrm>
            <a:off x="8078649" y="5174829"/>
            <a:ext cx="267327" cy="11948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10245F9-038B-80F6-E0B4-CE6769FD9494}"/>
              </a:ext>
            </a:extLst>
          </p:cNvPr>
          <p:cNvCxnSpPr>
            <a:cxnSpLocks/>
          </p:cNvCxnSpPr>
          <p:nvPr/>
        </p:nvCxnSpPr>
        <p:spPr>
          <a:xfrm>
            <a:off x="8078649" y="5073668"/>
            <a:ext cx="260494" cy="11719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58B7A58-34F4-9C26-2AF7-CEB89EFE0F92}"/>
              </a:ext>
            </a:extLst>
          </p:cNvPr>
          <p:cNvCxnSpPr>
            <a:cxnSpLocks/>
          </p:cNvCxnSpPr>
          <p:nvPr/>
        </p:nvCxnSpPr>
        <p:spPr>
          <a:xfrm>
            <a:off x="8078649" y="4972507"/>
            <a:ext cx="260494" cy="11719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021E41E-CDAE-69F9-1847-4F6DD3931192}"/>
              </a:ext>
            </a:extLst>
          </p:cNvPr>
          <p:cNvCxnSpPr>
            <a:cxnSpLocks/>
          </p:cNvCxnSpPr>
          <p:nvPr/>
        </p:nvCxnSpPr>
        <p:spPr>
          <a:xfrm>
            <a:off x="8078649" y="4871346"/>
            <a:ext cx="260494" cy="1074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6C4DD8-078A-50B1-8B16-1AD2963757CF}"/>
              </a:ext>
            </a:extLst>
          </p:cNvPr>
          <p:cNvCxnSpPr>
            <a:cxnSpLocks/>
          </p:cNvCxnSpPr>
          <p:nvPr/>
        </p:nvCxnSpPr>
        <p:spPr>
          <a:xfrm>
            <a:off x="4456815" y="4808319"/>
            <a:ext cx="0" cy="828304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D5C54F9-DF25-3B35-50B4-4F53B9012483}"/>
              </a:ext>
            </a:extLst>
          </p:cNvPr>
          <p:cNvCxnSpPr>
            <a:cxnSpLocks/>
          </p:cNvCxnSpPr>
          <p:nvPr/>
        </p:nvCxnSpPr>
        <p:spPr>
          <a:xfrm flipH="1">
            <a:off x="4194392" y="4814123"/>
            <a:ext cx="271291" cy="2743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0BF79A5-71F1-833A-0138-AE9360C48FB1}"/>
              </a:ext>
            </a:extLst>
          </p:cNvPr>
          <p:cNvCxnSpPr>
            <a:cxnSpLocks/>
          </p:cNvCxnSpPr>
          <p:nvPr/>
        </p:nvCxnSpPr>
        <p:spPr>
          <a:xfrm flipH="1">
            <a:off x="4205708" y="4991123"/>
            <a:ext cx="251106" cy="23134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BAC382F-9081-5AC3-BC93-7DA78992A42D}"/>
              </a:ext>
            </a:extLst>
          </p:cNvPr>
          <p:cNvCxnSpPr>
            <a:cxnSpLocks/>
          </p:cNvCxnSpPr>
          <p:nvPr/>
        </p:nvCxnSpPr>
        <p:spPr>
          <a:xfrm flipH="1">
            <a:off x="4210466" y="5125973"/>
            <a:ext cx="246348" cy="24450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AE13350-9929-2528-519A-77D1EA886155}"/>
              </a:ext>
            </a:extLst>
          </p:cNvPr>
          <p:cNvCxnSpPr>
            <a:cxnSpLocks/>
          </p:cNvCxnSpPr>
          <p:nvPr/>
        </p:nvCxnSpPr>
        <p:spPr>
          <a:xfrm flipH="1">
            <a:off x="4216636" y="5292263"/>
            <a:ext cx="240178" cy="24117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68185B5-31AF-DB71-A4B2-8409A33ED2A5}"/>
              </a:ext>
            </a:extLst>
          </p:cNvPr>
          <p:cNvCxnSpPr>
            <a:cxnSpLocks/>
          </p:cNvCxnSpPr>
          <p:nvPr/>
        </p:nvCxnSpPr>
        <p:spPr>
          <a:xfrm flipH="1">
            <a:off x="4229419" y="5467545"/>
            <a:ext cx="227914" cy="22889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BFCF56A-407F-51D8-BAE2-BCDAE52FDBAB}"/>
              </a:ext>
            </a:extLst>
          </p:cNvPr>
          <p:cNvCxnSpPr>
            <a:cxnSpLocks/>
          </p:cNvCxnSpPr>
          <p:nvPr/>
        </p:nvCxnSpPr>
        <p:spPr>
          <a:xfrm flipH="1">
            <a:off x="4240385" y="5624033"/>
            <a:ext cx="229201" cy="21119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477F067-8087-DDAB-DCAA-AD7834F2A111}"/>
              </a:ext>
            </a:extLst>
          </p:cNvPr>
          <p:cNvCxnSpPr>
            <a:cxnSpLocks/>
          </p:cNvCxnSpPr>
          <p:nvPr/>
        </p:nvCxnSpPr>
        <p:spPr>
          <a:xfrm flipH="1">
            <a:off x="4456818" y="5201903"/>
            <a:ext cx="3603665" cy="8953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694D94C-DE66-6BC3-9383-DBF188A7C356}"/>
              </a:ext>
            </a:extLst>
          </p:cNvPr>
          <p:cNvCxnSpPr>
            <a:cxnSpLocks/>
          </p:cNvCxnSpPr>
          <p:nvPr/>
        </p:nvCxnSpPr>
        <p:spPr>
          <a:xfrm>
            <a:off x="6544257" y="2704491"/>
            <a:ext cx="191" cy="2407822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7804873-7537-04A2-1757-C70D2991E402}"/>
              </a:ext>
            </a:extLst>
          </p:cNvPr>
          <p:cNvCxnSpPr>
            <a:cxnSpLocks/>
          </p:cNvCxnSpPr>
          <p:nvPr/>
        </p:nvCxnSpPr>
        <p:spPr>
          <a:xfrm flipH="1" flipV="1">
            <a:off x="6527701" y="2692876"/>
            <a:ext cx="773006" cy="963563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EC6D68D-3B17-6F3F-5CF0-ACF79FAF5392}"/>
              </a:ext>
            </a:extLst>
          </p:cNvPr>
          <p:cNvCxnSpPr>
            <a:cxnSpLocks/>
          </p:cNvCxnSpPr>
          <p:nvPr/>
        </p:nvCxnSpPr>
        <p:spPr>
          <a:xfrm rot="5400000">
            <a:off x="7069814" y="3611112"/>
            <a:ext cx="442710" cy="0"/>
          </a:xfrm>
          <a:prstGeom prst="line">
            <a:avLst/>
          </a:prstGeom>
          <a:ln w="508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50DC7F8-F7BB-BAA9-AD97-512D313C501E}"/>
              </a:ext>
            </a:extLst>
          </p:cNvPr>
          <p:cNvCxnSpPr>
            <a:cxnSpLocks/>
          </p:cNvCxnSpPr>
          <p:nvPr/>
        </p:nvCxnSpPr>
        <p:spPr>
          <a:xfrm rot="5400000">
            <a:off x="7268016" y="3795856"/>
            <a:ext cx="442710" cy="0"/>
          </a:xfrm>
          <a:prstGeom prst="line">
            <a:avLst/>
          </a:prstGeom>
          <a:ln w="508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BCDDC46-5B59-C697-7351-AB96C92C87D3}"/>
              </a:ext>
            </a:extLst>
          </p:cNvPr>
          <p:cNvCxnSpPr>
            <a:cxnSpLocks/>
          </p:cNvCxnSpPr>
          <p:nvPr/>
        </p:nvCxnSpPr>
        <p:spPr>
          <a:xfrm>
            <a:off x="7388790" y="3033783"/>
            <a:ext cx="0" cy="1791327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4DAF96E-2C51-F6D6-F355-3A6210F2579C}"/>
              </a:ext>
            </a:extLst>
          </p:cNvPr>
          <p:cNvCxnSpPr>
            <a:cxnSpLocks/>
          </p:cNvCxnSpPr>
          <p:nvPr/>
        </p:nvCxnSpPr>
        <p:spPr>
          <a:xfrm>
            <a:off x="7275707" y="4746600"/>
            <a:ext cx="241249" cy="142489"/>
          </a:xfrm>
          <a:prstGeom prst="line">
            <a:avLst/>
          </a:prstGeom>
          <a:ln w="508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871659D-8D7F-CE7C-F33D-E7F838B47C36}"/>
              </a:ext>
            </a:extLst>
          </p:cNvPr>
          <p:cNvCxnSpPr>
            <a:cxnSpLocks/>
          </p:cNvCxnSpPr>
          <p:nvPr/>
        </p:nvCxnSpPr>
        <p:spPr>
          <a:xfrm>
            <a:off x="7383135" y="2169374"/>
            <a:ext cx="6957" cy="860007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AAE1521A-E224-0F75-0175-6AFD23538AC5}"/>
              </a:ext>
            </a:extLst>
          </p:cNvPr>
          <p:cNvSpPr/>
          <p:nvPr/>
        </p:nvSpPr>
        <p:spPr>
          <a:xfrm>
            <a:off x="4414686" y="4184598"/>
            <a:ext cx="459107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Z0</a:t>
            </a:r>
            <a:endParaRPr lang="vi-VN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F473F4E-6EC2-58F1-F88E-D38F51CF1ABF}"/>
              </a:ext>
            </a:extLst>
          </p:cNvPr>
          <p:cNvSpPr/>
          <p:nvPr/>
        </p:nvSpPr>
        <p:spPr>
          <a:xfrm flipV="1">
            <a:off x="4414686" y="5166430"/>
            <a:ext cx="85057" cy="850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0245563-2F39-A19D-EA63-32E4E2BCA5CD}"/>
              </a:ext>
            </a:extLst>
          </p:cNvPr>
          <p:cNvSpPr/>
          <p:nvPr/>
        </p:nvSpPr>
        <p:spPr>
          <a:xfrm flipV="1">
            <a:off x="6493666" y="5170459"/>
            <a:ext cx="85057" cy="850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F6FEBA4-EBAF-1AD3-E6E4-AA7FA475AEE8}"/>
              </a:ext>
            </a:extLst>
          </p:cNvPr>
          <p:cNvSpPr/>
          <p:nvPr/>
        </p:nvSpPr>
        <p:spPr>
          <a:xfrm flipV="1">
            <a:off x="7345685" y="3651536"/>
            <a:ext cx="85057" cy="850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5F992E8-B901-9DF9-8534-7BC6F86F820C}"/>
              </a:ext>
            </a:extLst>
          </p:cNvPr>
          <p:cNvSpPr/>
          <p:nvPr/>
        </p:nvSpPr>
        <p:spPr>
          <a:xfrm flipV="1">
            <a:off x="7355249" y="2989594"/>
            <a:ext cx="65575" cy="9195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C31D72C-B9E6-D831-C486-A06D420E07EE}"/>
              </a:ext>
            </a:extLst>
          </p:cNvPr>
          <p:cNvSpPr txBox="1"/>
          <p:nvPr/>
        </p:nvSpPr>
        <p:spPr>
          <a:xfrm>
            <a:off x="4437311" y="5201903"/>
            <a:ext cx="778530" cy="31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vi-VN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 = O1</a:t>
            </a:r>
            <a:endParaRPr lang="en-SG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1A5F2B7-0A47-1041-9A6A-EFB912D74AC2}"/>
              </a:ext>
            </a:extLst>
          </p:cNvPr>
          <p:cNvSpPr txBox="1"/>
          <p:nvPr/>
        </p:nvSpPr>
        <p:spPr>
          <a:xfrm>
            <a:off x="7027666" y="3773122"/>
            <a:ext cx="414978" cy="31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vi-VN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endParaRPr lang="en-SG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E068AFC-4468-F70A-6E46-B7FF42063A6E}"/>
              </a:ext>
            </a:extLst>
          </p:cNvPr>
          <p:cNvSpPr txBox="1"/>
          <p:nvPr/>
        </p:nvSpPr>
        <p:spPr>
          <a:xfrm>
            <a:off x="7444849" y="2862007"/>
            <a:ext cx="481899" cy="31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vi-VN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endParaRPr lang="en-SG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B51B149-56E7-18C1-16B9-AC97D62D2A35}"/>
              </a:ext>
            </a:extLst>
          </p:cNvPr>
          <p:cNvSpPr txBox="1"/>
          <p:nvPr/>
        </p:nvSpPr>
        <p:spPr>
          <a:xfrm>
            <a:off x="7483300" y="1804373"/>
            <a:ext cx="498546" cy="31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vi-VN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endParaRPr lang="en-SG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ACFE544-6FD4-CB23-B69B-DFDF5615899F}"/>
              </a:ext>
            </a:extLst>
          </p:cNvPr>
          <p:cNvCxnSpPr>
            <a:cxnSpLocks/>
          </p:cNvCxnSpPr>
          <p:nvPr/>
        </p:nvCxnSpPr>
        <p:spPr>
          <a:xfrm flipV="1">
            <a:off x="4914957" y="5578997"/>
            <a:ext cx="472497" cy="599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AB82935E-37C4-1D57-28DC-53B688EBE597}"/>
              </a:ext>
            </a:extLst>
          </p:cNvPr>
          <p:cNvSpPr/>
          <p:nvPr/>
        </p:nvSpPr>
        <p:spPr>
          <a:xfrm>
            <a:off x="7378142" y="3219656"/>
            <a:ext cx="405671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</a:t>
            </a:r>
            <a:r>
              <a: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vi-VN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9BE899F-8E6E-F727-D475-387DA23B6FEB}"/>
              </a:ext>
            </a:extLst>
          </p:cNvPr>
          <p:cNvCxnSpPr>
            <a:cxnSpLocks/>
          </p:cNvCxnSpPr>
          <p:nvPr/>
        </p:nvCxnSpPr>
        <p:spPr>
          <a:xfrm>
            <a:off x="7261866" y="2056512"/>
            <a:ext cx="229836" cy="229254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7677839-E6C4-E9FE-9C79-4D445531B84E}"/>
              </a:ext>
            </a:extLst>
          </p:cNvPr>
          <p:cNvCxnSpPr>
            <a:cxnSpLocks/>
          </p:cNvCxnSpPr>
          <p:nvPr/>
        </p:nvCxnSpPr>
        <p:spPr>
          <a:xfrm flipV="1">
            <a:off x="4454968" y="4287515"/>
            <a:ext cx="3693" cy="893734"/>
          </a:xfrm>
          <a:prstGeom prst="straightConnector1">
            <a:avLst/>
          </a:prstGeom>
          <a:solidFill>
            <a:srgbClr val="78E5F4"/>
          </a:solidFill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DB24828-C756-3DF8-FE3D-BA0FC29049A7}"/>
              </a:ext>
            </a:extLst>
          </p:cNvPr>
          <p:cNvCxnSpPr>
            <a:cxnSpLocks/>
          </p:cNvCxnSpPr>
          <p:nvPr/>
        </p:nvCxnSpPr>
        <p:spPr>
          <a:xfrm flipV="1">
            <a:off x="4474977" y="5204503"/>
            <a:ext cx="1012541" cy="8485"/>
          </a:xfrm>
          <a:prstGeom prst="straightConnector1">
            <a:avLst/>
          </a:prstGeom>
          <a:solidFill>
            <a:srgbClr val="78E5F4"/>
          </a:solidFill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3B1D583-0C62-B5C5-B203-51ED47A0B8E6}"/>
              </a:ext>
            </a:extLst>
          </p:cNvPr>
          <p:cNvCxnSpPr>
            <a:cxnSpLocks/>
          </p:cNvCxnSpPr>
          <p:nvPr/>
        </p:nvCxnSpPr>
        <p:spPr>
          <a:xfrm>
            <a:off x="6543828" y="5210856"/>
            <a:ext cx="660580" cy="754188"/>
          </a:xfrm>
          <a:prstGeom prst="straightConnector1">
            <a:avLst/>
          </a:prstGeom>
          <a:solidFill>
            <a:srgbClr val="78E5F4"/>
          </a:solidFill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41D6D6AA-F983-02C8-D771-1EA43F86185A}"/>
              </a:ext>
            </a:extLst>
          </p:cNvPr>
          <p:cNvCxnSpPr>
            <a:cxnSpLocks/>
          </p:cNvCxnSpPr>
          <p:nvPr/>
        </p:nvCxnSpPr>
        <p:spPr>
          <a:xfrm>
            <a:off x="7483300" y="1846407"/>
            <a:ext cx="0" cy="461795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A1272E1C-E014-43E9-DD32-E67442EC116E}"/>
              </a:ext>
            </a:extLst>
          </p:cNvPr>
          <p:cNvCxnSpPr>
            <a:cxnSpLocks/>
          </p:cNvCxnSpPr>
          <p:nvPr/>
        </p:nvCxnSpPr>
        <p:spPr>
          <a:xfrm>
            <a:off x="7268975" y="1629727"/>
            <a:ext cx="3511" cy="453565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9DF218E5-5E8A-5AE6-79C9-748502F08362}"/>
              </a:ext>
            </a:extLst>
          </p:cNvPr>
          <p:cNvCxnSpPr>
            <a:cxnSpLocks/>
          </p:cNvCxnSpPr>
          <p:nvPr/>
        </p:nvCxnSpPr>
        <p:spPr>
          <a:xfrm>
            <a:off x="7373154" y="987702"/>
            <a:ext cx="6223" cy="1058483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val 87">
            <a:extLst>
              <a:ext uri="{FF2B5EF4-FFF2-40B4-BE49-F238E27FC236}">
                <a16:creationId xmlns:a16="http://schemas.microsoft.com/office/drawing/2014/main" id="{5DEDAEF9-EFAA-64E8-2517-C21468ED24D2}"/>
              </a:ext>
            </a:extLst>
          </p:cNvPr>
          <p:cNvSpPr/>
          <p:nvPr/>
        </p:nvSpPr>
        <p:spPr>
          <a:xfrm flipV="1">
            <a:off x="7350267" y="1976857"/>
            <a:ext cx="69367" cy="8697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029751BB-36DC-ACF5-BCB0-51BFA7F655DA}"/>
              </a:ext>
            </a:extLst>
          </p:cNvPr>
          <p:cNvSpPr/>
          <p:nvPr/>
        </p:nvSpPr>
        <p:spPr>
          <a:xfrm flipV="1">
            <a:off x="7334329" y="907462"/>
            <a:ext cx="75963" cy="9103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48B87B3-006C-BD42-C2EF-918A44FA208B}"/>
              </a:ext>
            </a:extLst>
          </p:cNvPr>
          <p:cNvSpPr txBox="1"/>
          <p:nvPr/>
        </p:nvSpPr>
        <p:spPr>
          <a:xfrm>
            <a:off x="5034469" y="4919897"/>
            <a:ext cx="7785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3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Arial" panose="020B0604020202020204" pitchFamily="34" charset="0"/>
              </a:rPr>
              <a:t>X0</a:t>
            </a:r>
            <a:endParaRPr lang="vi-VN" sz="13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94F137A2-A00A-C38E-82DF-273A5D2066AB}"/>
              </a:ext>
            </a:extLst>
          </p:cNvPr>
          <p:cNvSpPr/>
          <p:nvPr/>
        </p:nvSpPr>
        <p:spPr>
          <a:xfrm>
            <a:off x="7001573" y="2455874"/>
            <a:ext cx="405671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L4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A6FEF827-223E-17F0-97FD-FB5B39E008F1}"/>
              </a:ext>
            </a:extLst>
          </p:cNvPr>
          <p:cNvSpPr/>
          <p:nvPr/>
        </p:nvSpPr>
        <p:spPr>
          <a:xfrm>
            <a:off x="6963162" y="1244180"/>
            <a:ext cx="405671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L5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8771B259-16BE-3D5F-9864-16F39FCAF3CB}"/>
              </a:ext>
            </a:extLst>
          </p:cNvPr>
          <p:cNvSpPr/>
          <p:nvPr/>
        </p:nvSpPr>
        <p:spPr>
          <a:xfrm>
            <a:off x="6159522" y="3849059"/>
            <a:ext cx="405671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L2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3C10F1B7-0DF1-5B3E-8DB2-D3837E022517}"/>
              </a:ext>
            </a:extLst>
          </p:cNvPr>
          <p:cNvSpPr/>
          <p:nvPr/>
        </p:nvSpPr>
        <p:spPr>
          <a:xfrm>
            <a:off x="6747833" y="2824470"/>
            <a:ext cx="405671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a2</a:t>
            </a:r>
          </a:p>
        </p:txBody>
      </p:sp>
    </p:spTree>
    <p:extLst>
      <p:ext uri="{BB962C8B-B14F-4D97-AF65-F5344CB8AC3E}">
        <p14:creationId xmlns:p14="http://schemas.microsoft.com/office/powerpoint/2010/main" val="2966164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0E682AA1-5189-BA10-072D-25778BD2D1FB}"/>
              </a:ext>
            </a:extLst>
          </p:cNvPr>
          <p:cNvCxnSpPr>
            <a:cxnSpLocks/>
          </p:cNvCxnSpPr>
          <p:nvPr/>
        </p:nvCxnSpPr>
        <p:spPr>
          <a:xfrm flipH="1" flipV="1">
            <a:off x="7042910" y="2796046"/>
            <a:ext cx="1402849" cy="16749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9E16F56-A015-2C7F-763D-58A3ED775435}"/>
              </a:ext>
            </a:extLst>
          </p:cNvPr>
          <p:cNvSpPr txBox="1"/>
          <p:nvPr/>
        </p:nvSpPr>
        <p:spPr>
          <a:xfrm>
            <a:off x="8014562" y="5390771"/>
            <a:ext cx="452008" cy="31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vi-VN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O2</a:t>
            </a:r>
            <a:endParaRPr lang="en-SG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68D18C1-CE44-8E89-D326-0F5ACAEA3F0D}"/>
              </a:ext>
            </a:extLst>
          </p:cNvPr>
          <p:cNvSpPr/>
          <p:nvPr/>
        </p:nvSpPr>
        <p:spPr>
          <a:xfrm>
            <a:off x="6865231" y="1018909"/>
            <a:ext cx="93475" cy="93475"/>
          </a:xfrm>
          <a:prstGeom prst="ellipse">
            <a:avLst/>
          </a:prstGeom>
          <a:ln w="254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5119E94-BAD7-1649-1D37-A0D5130C5103}"/>
              </a:ext>
            </a:extLst>
          </p:cNvPr>
          <p:cNvGrpSpPr/>
          <p:nvPr/>
        </p:nvGrpSpPr>
        <p:grpSpPr>
          <a:xfrm rot="10800000">
            <a:off x="8194273" y="5185391"/>
            <a:ext cx="391005" cy="225791"/>
            <a:chOff x="5629680" y="3899949"/>
            <a:chExt cx="238760" cy="225791"/>
          </a:xfrm>
        </p:grpSpPr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83376170-4F37-0D12-7082-71C26170FDAB}"/>
                </a:ext>
              </a:extLst>
            </p:cNvPr>
            <p:cNvCxnSpPr>
              <a:cxnSpLocks/>
            </p:cNvCxnSpPr>
            <p:nvPr/>
          </p:nvCxnSpPr>
          <p:spPr>
            <a:xfrm>
              <a:off x="5629680" y="4125740"/>
              <a:ext cx="238760" cy="0"/>
            </a:xfrm>
            <a:prstGeom prst="line">
              <a:avLst/>
            </a:prstGeom>
            <a:ln w="508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B0E3CAE2-C267-B985-CCF5-87CEEF3FB838}"/>
                </a:ext>
              </a:extLst>
            </p:cNvPr>
            <p:cNvCxnSpPr>
              <a:cxnSpLocks/>
            </p:cNvCxnSpPr>
            <p:nvPr/>
          </p:nvCxnSpPr>
          <p:spPr>
            <a:xfrm>
              <a:off x="5629680" y="3899949"/>
              <a:ext cx="238760" cy="0"/>
            </a:xfrm>
            <a:prstGeom prst="line">
              <a:avLst/>
            </a:prstGeom>
            <a:ln w="508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5328127-45E9-27EC-2DD4-F3D9BB851C68}"/>
              </a:ext>
            </a:extLst>
          </p:cNvPr>
          <p:cNvGrpSpPr/>
          <p:nvPr/>
        </p:nvGrpSpPr>
        <p:grpSpPr>
          <a:xfrm rot="11943550">
            <a:off x="3537267" y="1905072"/>
            <a:ext cx="785355" cy="624595"/>
            <a:chOff x="6303139" y="2596909"/>
            <a:chExt cx="785355" cy="643330"/>
          </a:xfrm>
        </p:grpSpPr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7260DE1C-BC36-3A37-7002-C244E0B732FB}"/>
                </a:ext>
              </a:extLst>
            </p:cNvPr>
            <p:cNvCxnSpPr>
              <a:cxnSpLocks/>
            </p:cNvCxnSpPr>
            <p:nvPr/>
          </p:nvCxnSpPr>
          <p:spPr>
            <a:xfrm>
              <a:off x="6439139" y="2957801"/>
              <a:ext cx="144511" cy="180058"/>
            </a:xfrm>
            <a:prstGeom prst="line">
              <a:avLst/>
            </a:prstGeom>
            <a:ln w="349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20AA0B7D-F07F-6F1B-7495-39E720E6C777}"/>
                </a:ext>
              </a:extLst>
            </p:cNvPr>
            <p:cNvCxnSpPr>
              <a:cxnSpLocks/>
            </p:cNvCxnSpPr>
            <p:nvPr/>
          </p:nvCxnSpPr>
          <p:spPr>
            <a:xfrm rot="19192729">
              <a:off x="6611834" y="2944007"/>
              <a:ext cx="476660" cy="296232"/>
            </a:xfrm>
            <a:prstGeom prst="line">
              <a:avLst/>
            </a:prstGeom>
            <a:ln w="349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AC3A39-E4F0-EB3A-FF74-766BD4CB18DC}"/>
                </a:ext>
              </a:extLst>
            </p:cNvPr>
            <p:cNvCxnSpPr>
              <a:cxnSpLocks/>
            </p:cNvCxnSpPr>
            <p:nvPr/>
          </p:nvCxnSpPr>
          <p:spPr>
            <a:xfrm rot="19192729" flipV="1">
              <a:off x="6303139" y="2596909"/>
              <a:ext cx="461732" cy="261090"/>
            </a:xfrm>
            <a:prstGeom prst="line">
              <a:avLst/>
            </a:prstGeom>
            <a:ln w="349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808D23B-01FA-CA0E-FFDA-27CE00E9F26D}"/>
              </a:ext>
            </a:extLst>
          </p:cNvPr>
          <p:cNvGrpSpPr/>
          <p:nvPr/>
        </p:nvGrpSpPr>
        <p:grpSpPr>
          <a:xfrm>
            <a:off x="4557458" y="4883289"/>
            <a:ext cx="4136635" cy="852015"/>
            <a:chOff x="3497765" y="4697461"/>
            <a:chExt cx="3493889" cy="852015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C7C5E839-7E94-E4F8-B24C-5DCFAE726120}"/>
                </a:ext>
              </a:extLst>
            </p:cNvPr>
            <p:cNvGrpSpPr/>
            <p:nvPr/>
          </p:nvGrpSpPr>
          <p:grpSpPr>
            <a:xfrm rot="16200000">
              <a:off x="6464603" y="4998715"/>
              <a:ext cx="828305" cy="225797"/>
              <a:chOff x="5369330" y="5102175"/>
              <a:chExt cx="1040831" cy="141089"/>
            </a:xfrm>
          </p:grpSpPr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11E58880-BE06-E561-FA97-9A8A47CEFF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69332" y="5102178"/>
                <a:ext cx="1040829" cy="0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2AC2ECB4-3AE8-9607-203F-C78AFE762947}"/>
                  </a:ext>
                </a:extLst>
              </p:cNvPr>
              <p:cNvCxnSpPr/>
              <p:nvPr/>
            </p:nvCxnSpPr>
            <p:spPr>
              <a:xfrm flipH="1">
                <a:off x="5369330" y="5102175"/>
                <a:ext cx="85344" cy="13748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4E6CA1E3-0D42-6607-D9E6-AEDC2F32F309}"/>
                  </a:ext>
                </a:extLst>
              </p:cNvPr>
              <p:cNvCxnSpPr/>
              <p:nvPr/>
            </p:nvCxnSpPr>
            <p:spPr>
              <a:xfrm flipH="1">
                <a:off x="5493737" y="5104662"/>
                <a:ext cx="85344" cy="13748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A67C3ED6-D671-A00C-1D1F-6D76F2146246}"/>
                  </a:ext>
                </a:extLst>
              </p:cNvPr>
              <p:cNvCxnSpPr/>
              <p:nvPr/>
            </p:nvCxnSpPr>
            <p:spPr>
              <a:xfrm flipH="1">
                <a:off x="5615706" y="5102177"/>
                <a:ext cx="85344" cy="13748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83CB68B6-93D2-213A-7E8A-5F2E3F2EE718}"/>
                  </a:ext>
                </a:extLst>
              </p:cNvPr>
              <p:cNvCxnSpPr/>
              <p:nvPr/>
            </p:nvCxnSpPr>
            <p:spPr>
              <a:xfrm flipH="1">
                <a:off x="5740114" y="5105781"/>
                <a:ext cx="85344" cy="13748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202A53E7-4061-9527-B8EB-7E9F39F345DF}"/>
                  </a:ext>
                </a:extLst>
              </p:cNvPr>
              <p:cNvCxnSpPr/>
              <p:nvPr/>
            </p:nvCxnSpPr>
            <p:spPr>
              <a:xfrm flipH="1">
                <a:off x="5861923" y="5102179"/>
                <a:ext cx="85344" cy="13748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28F2BC28-A0FC-2209-8CD1-D373176EF3ED}"/>
                  </a:ext>
                </a:extLst>
              </p:cNvPr>
              <p:cNvCxnSpPr/>
              <p:nvPr/>
            </p:nvCxnSpPr>
            <p:spPr>
              <a:xfrm flipH="1">
                <a:off x="5989040" y="5102179"/>
                <a:ext cx="85344" cy="13748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8BF2F6E0-A143-25F0-F610-9FF40150ECA9}"/>
                  </a:ext>
                </a:extLst>
              </p:cNvPr>
              <p:cNvCxnSpPr/>
              <p:nvPr/>
            </p:nvCxnSpPr>
            <p:spPr>
              <a:xfrm flipH="1">
                <a:off x="6116157" y="5102179"/>
                <a:ext cx="85344" cy="13748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14E3F891-5BB2-7A5F-05CF-26E23A08C890}"/>
                  </a:ext>
                </a:extLst>
              </p:cNvPr>
              <p:cNvCxnSpPr/>
              <p:nvPr/>
            </p:nvCxnSpPr>
            <p:spPr>
              <a:xfrm flipH="1">
                <a:off x="6243274" y="5102179"/>
                <a:ext cx="85344" cy="13748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51F6A373-571D-00DD-D640-526CAF4EC915}"/>
                </a:ext>
              </a:extLst>
            </p:cNvPr>
            <p:cNvGrpSpPr/>
            <p:nvPr/>
          </p:nvGrpSpPr>
          <p:grpSpPr>
            <a:xfrm>
              <a:off x="3497765" y="4721172"/>
              <a:ext cx="209022" cy="828304"/>
              <a:chOff x="6490335" y="3828464"/>
              <a:chExt cx="209022" cy="828304"/>
            </a:xfrm>
          </p:grpSpPr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41BA49BE-A70E-63BB-26F3-9BEFC3E5DE8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285205" y="4242616"/>
                <a:ext cx="828303" cy="0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E8E1DB97-B1A4-1E56-69E1-B8C17A0501A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490335" y="3871617"/>
                <a:ext cx="209021" cy="9649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9B3B1609-7018-A21C-0BB9-05922C9CB05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490335" y="4011268"/>
                <a:ext cx="209021" cy="9649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8A9D2954-4484-CFE3-C095-CBF0E6D9FC0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490335" y="4146118"/>
                <a:ext cx="209021" cy="9649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1A468E40-89B5-7D60-885F-ACD5FAE7EA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490335" y="4280968"/>
                <a:ext cx="209021" cy="9649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8B958113-8B52-B63E-82FD-7BA41FBA077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490335" y="4420619"/>
                <a:ext cx="209021" cy="9649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74E92FD0-E3F9-E768-0E27-A4706D9052A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490335" y="4560270"/>
                <a:ext cx="209021" cy="9649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164091C-6A9D-7764-D51D-DC18C04E12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06789" y="5092911"/>
              <a:ext cx="3043731" cy="8953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7F30071-2236-A1ED-A5E7-EBD6F0E92DB0}"/>
              </a:ext>
            </a:extLst>
          </p:cNvPr>
          <p:cNvCxnSpPr>
            <a:cxnSpLocks/>
          </p:cNvCxnSpPr>
          <p:nvPr/>
        </p:nvCxnSpPr>
        <p:spPr>
          <a:xfrm>
            <a:off x="8420727" y="2803068"/>
            <a:ext cx="191" cy="2407822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C5F97EF-B15F-978B-7238-E6B48A2CD570}"/>
              </a:ext>
            </a:extLst>
          </p:cNvPr>
          <p:cNvGrpSpPr/>
          <p:nvPr/>
        </p:nvGrpSpPr>
        <p:grpSpPr>
          <a:xfrm rot="5400000">
            <a:off x="6708893" y="2699256"/>
            <a:ext cx="391275" cy="227077"/>
            <a:chOff x="5634233" y="3901902"/>
            <a:chExt cx="238925" cy="219303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C74A9245-C005-8BA2-692C-586AE90C4A5D}"/>
                </a:ext>
              </a:extLst>
            </p:cNvPr>
            <p:cNvCxnSpPr>
              <a:cxnSpLocks/>
            </p:cNvCxnSpPr>
            <p:nvPr/>
          </p:nvCxnSpPr>
          <p:spPr>
            <a:xfrm>
              <a:off x="5634398" y="4121205"/>
              <a:ext cx="238760" cy="0"/>
            </a:xfrm>
            <a:prstGeom prst="line">
              <a:avLst/>
            </a:prstGeom>
            <a:ln w="508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A523207C-CBC8-24BB-DDAE-394001541EE2}"/>
                </a:ext>
              </a:extLst>
            </p:cNvPr>
            <p:cNvCxnSpPr>
              <a:cxnSpLocks/>
            </p:cNvCxnSpPr>
            <p:nvPr/>
          </p:nvCxnSpPr>
          <p:spPr>
            <a:xfrm>
              <a:off x="5634233" y="3901902"/>
              <a:ext cx="238760" cy="0"/>
            </a:xfrm>
            <a:prstGeom prst="line">
              <a:avLst/>
            </a:prstGeom>
            <a:ln w="508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D4D50D6-C9D6-9D69-E81A-95C1629E1449}"/>
              </a:ext>
            </a:extLst>
          </p:cNvPr>
          <p:cNvCxnSpPr>
            <a:cxnSpLocks/>
          </p:cNvCxnSpPr>
          <p:nvPr/>
        </p:nvCxnSpPr>
        <p:spPr>
          <a:xfrm>
            <a:off x="6904340" y="1053553"/>
            <a:ext cx="0" cy="1791327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3E99B91-DE15-F8C6-222E-D360A3791AED}"/>
              </a:ext>
            </a:extLst>
          </p:cNvPr>
          <p:cNvCxnSpPr>
            <a:cxnSpLocks/>
          </p:cNvCxnSpPr>
          <p:nvPr/>
        </p:nvCxnSpPr>
        <p:spPr>
          <a:xfrm flipH="1">
            <a:off x="5588283" y="1051073"/>
            <a:ext cx="1368826" cy="526267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3A84C29-D038-BAB5-63FA-26A8979E768B}"/>
              </a:ext>
            </a:extLst>
          </p:cNvPr>
          <p:cNvGrpSpPr/>
          <p:nvPr/>
        </p:nvGrpSpPr>
        <p:grpSpPr>
          <a:xfrm>
            <a:off x="4785117" y="4231523"/>
            <a:ext cx="474821" cy="1098280"/>
            <a:chOff x="6502185" y="4626562"/>
            <a:chExt cx="474821" cy="1098280"/>
          </a:xfrm>
        </p:grpSpPr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B9311A18-6704-2A71-AC07-4559D82CFE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0617" y="4792008"/>
              <a:ext cx="3693" cy="893734"/>
            </a:xfrm>
            <a:prstGeom prst="straightConnector1">
              <a:avLst/>
            </a:prstGeom>
            <a:solidFill>
              <a:srgbClr val="78E5F4"/>
            </a:solidFill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B760B850-5685-A42E-C25C-007DA099524C}"/>
                </a:ext>
              </a:extLst>
            </p:cNvPr>
            <p:cNvGrpSpPr/>
            <p:nvPr/>
          </p:nvGrpSpPr>
          <p:grpSpPr>
            <a:xfrm>
              <a:off x="6502185" y="4626562"/>
              <a:ext cx="474821" cy="1098280"/>
              <a:chOff x="7070895" y="4524619"/>
              <a:chExt cx="474821" cy="1098280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A9B8AB4C-1350-46D5-18DD-26A7A6969657}"/>
                  </a:ext>
                </a:extLst>
              </p:cNvPr>
              <p:cNvSpPr/>
              <p:nvPr/>
            </p:nvSpPr>
            <p:spPr>
              <a:xfrm>
                <a:off x="7086609" y="4524619"/>
                <a:ext cx="459107" cy="30777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vi-VN" sz="14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Z0</a:t>
                </a:r>
                <a:endParaRPr lang="vi-VN" sz="1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E9D1C388-3BBA-5E57-AF54-7BC6B8B0CC7E}"/>
                  </a:ext>
                </a:extLst>
              </p:cNvPr>
              <p:cNvSpPr/>
              <p:nvPr/>
            </p:nvSpPr>
            <p:spPr>
              <a:xfrm flipV="1">
                <a:off x="7070895" y="5537842"/>
                <a:ext cx="85057" cy="85057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A6D28357-68A5-28FB-D0DB-ECCD86B2E6F0}"/>
              </a:ext>
            </a:extLst>
          </p:cNvPr>
          <p:cNvSpPr/>
          <p:nvPr/>
        </p:nvSpPr>
        <p:spPr>
          <a:xfrm flipV="1">
            <a:off x="8365880" y="5235005"/>
            <a:ext cx="85057" cy="850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0284F9A-BF23-633B-1C39-64E273A0CB20}"/>
              </a:ext>
            </a:extLst>
          </p:cNvPr>
          <p:cNvSpPr/>
          <p:nvPr/>
        </p:nvSpPr>
        <p:spPr>
          <a:xfrm flipV="1">
            <a:off x="6869347" y="2771086"/>
            <a:ext cx="85057" cy="850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7D12764-A07E-F0FB-6EED-19CD5BBF2DB2}"/>
              </a:ext>
            </a:extLst>
          </p:cNvPr>
          <p:cNvSpPr/>
          <p:nvPr/>
        </p:nvSpPr>
        <p:spPr>
          <a:xfrm flipV="1">
            <a:off x="6873994" y="1020430"/>
            <a:ext cx="85057" cy="850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DE1277-D864-537E-58F4-A372FE66F80C}"/>
              </a:ext>
            </a:extLst>
          </p:cNvPr>
          <p:cNvSpPr txBox="1"/>
          <p:nvPr/>
        </p:nvSpPr>
        <p:spPr>
          <a:xfrm>
            <a:off x="4785553" y="5405329"/>
            <a:ext cx="778530" cy="31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vi-VN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 = O1</a:t>
            </a:r>
            <a:endParaRPr lang="en-SG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2ADB4E-E8D0-10A8-A24D-97E088E6569C}"/>
              </a:ext>
            </a:extLst>
          </p:cNvPr>
          <p:cNvSpPr txBox="1"/>
          <p:nvPr/>
        </p:nvSpPr>
        <p:spPr>
          <a:xfrm>
            <a:off x="6245883" y="2800904"/>
            <a:ext cx="414978" cy="31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vi-VN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endParaRPr lang="en-SG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410DC7-C9B4-B7A5-0DEA-4A53619BBCA6}"/>
              </a:ext>
            </a:extLst>
          </p:cNvPr>
          <p:cNvSpPr txBox="1"/>
          <p:nvPr/>
        </p:nvSpPr>
        <p:spPr>
          <a:xfrm>
            <a:off x="6915994" y="731129"/>
            <a:ext cx="481899" cy="31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vi-VN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endParaRPr lang="en-SG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09DA4E-442C-0739-FB1D-5B749C24BEDC}"/>
              </a:ext>
            </a:extLst>
          </p:cNvPr>
          <p:cNvSpPr txBox="1"/>
          <p:nvPr/>
        </p:nvSpPr>
        <p:spPr>
          <a:xfrm>
            <a:off x="5371772" y="1202720"/>
            <a:ext cx="395974" cy="31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vi-VN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endParaRPr lang="en-SG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9495937-1DF8-D0B5-BDDF-1D134668BF1A}"/>
              </a:ext>
            </a:extLst>
          </p:cNvPr>
          <p:cNvSpPr/>
          <p:nvPr/>
        </p:nvSpPr>
        <p:spPr>
          <a:xfrm>
            <a:off x="6873994" y="1752370"/>
            <a:ext cx="405671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</a:t>
            </a:r>
            <a:r>
              <a: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vi-VN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9" name="Left Bracket 88">
            <a:extLst>
              <a:ext uri="{FF2B5EF4-FFF2-40B4-BE49-F238E27FC236}">
                <a16:creationId xmlns:a16="http://schemas.microsoft.com/office/drawing/2014/main" id="{1F80E49F-9059-F09D-E059-A01FA55FA880}"/>
              </a:ext>
            </a:extLst>
          </p:cNvPr>
          <p:cNvSpPr/>
          <p:nvPr/>
        </p:nvSpPr>
        <p:spPr>
          <a:xfrm rot="9424390">
            <a:off x="5385939" y="1502857"/>
            <a:ext cx="234573" cy="289552"/>
          </a:xfrm>
          <a:prstGeom prst="leftBracke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9967509A-9496-C858-8DC3-8170187D34C3}"/>
              </a:ext>
            </a:extLst>
          </p:cNvPr>
          <p:cNvCxnSpPr>
            <a:cxnSpLocks/>
          </p:cNvCxnSpPr>
          <p:nvPr/>
        </p:nvCxnSpPr>
        <p:spPr>
          <a:xfrm rot="5400000" flipV="1">
            <a:off x="5229926" y="4835114"/>
            <a:ext cx="3693" cy="893734"/>
          </a:xfrm>
          <a:prstGeom prst="straightConnector1">
            <a:avLst/>
          </a:prstGeom>
          <a:solidFill>
            <a:srgbClr val="78E5F4"/>
          </a:solidFill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F2B8109-D265-D3EA-EE3D-3335F4CBB96C}"/>
              </a:ext>
            </a:extLst>
          </p:cNvPr>
          <p:cNvGrpSpPr/>
          <p:nvPr/>
        </p:nvGrpSpPr>
        <p:grpSpPr>
          <a:xfrm rot="5400000">
            <a:off x="5151433" y="4836076"/>
            <a:ext cx="327125" cy="1138379"/>
            <a:chOff x="7070895" y="4484520"/>
            <a:chExt cx="327125" cy="1138379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94179EB8-6090-CCFD-100D-E02D65362DE6}"/>
                </a:ext>
              </a:extLst>
            </p:cNvPr>
            <p:cNvSpPr/>
            <p:nvPr/>
          </p:nvSpPr>
          <p:spPr>
            <a:xfrm rot="16200000">
              <a:off x="7014578" y="4560185"/>
              <a:ext cx="459107" cy="30777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vi-VN" sz="1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vi-VN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2FF49B49-29FF-4A5E-A01B-9455E304D486}"/>
                </a:ext>
              </a:extLst>
            </p:cNvPr>
            <p:cNvSpPr/>
            <p:nvPr/>
          </p:nvSpPr>
          <p:spPr>
            <a:xfrm flipV="1">
              <a:off x="7070895" y="5537842"/>
              <a:ext cx="85057" cy="85057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13706202-1F04-A7B1-9C20-312D39624E36}"/>
              </a:ext>
            </a:extLst>
          </p:cNvPr>
          <p:cNvSpPr txBox="1"/>
          <p:nvPr/>
        </p:nvSpPr>
        <p:spPr>
          <a:xfrm>
            <a:off x="8051686" y="3819218"/>
            <a:ext cx="594857" cy="31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L2</a:t>
            </a:r>
            <a:endParaRPr lang="en-SG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E0F29DF-4C13-5F94-1F59-79F9FB57A6A7}"/>
              </a:ext>
            </a:extLst>
          </p:cNvPr>
          <p:cNvSpPr txBox="1"/>
          <p:nvPr/>
        </p:nvSpPr>
        <p:spPr>
          <a:xfrm>
            <a:off x="7616679" y="2512509"/>
            <a:ext cx="594857" cy="31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a2</a:t>
            </a:r>
            <a:endParaRPr lang="en-SG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5A63AD1-9FD2-D706-8C23-8893D40FD72E}"/>
              </a:ext>
            </a:extLst>
          </p:cNvPr>
          <p:cNvSpPr txBox="1"/>
          <p:nvPr/>
        </p:nvSpPr>
        <p:spPr>
          <a:xfrm>
            <a:off x="5992500" y="1062958"/>
            <a:ext cx="594857" cy="31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L4</a:t>
            </a:r>
            <a:endParaRPr lang="en-SG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6EEDBCA-27B5-735E-5500-C5F7C23292AD}"/>
              </a:ext>
            </a:extLst>
          </p:cNvPr>
          <p:cNvSpPr txBox="1"/>
          <p:nvPr/>
        </p:nvSpPr>
        <p:spPr>
          <a:xfrm>
            <a:off x="4580128" y="1625762"/>
            <a:ext cx="594857" cy="31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L5</a:t>
            </a:r>
            <a:endParaRPr lang="en-SG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66833D4F-9017-CC13-5040-86607E2C18BA}"/>
              </a:ext>
            </a:extLst>
          </p:cNvPr>
          <p:cNvSpPr/>
          <p:nvPr/>
        </p:nvSpPr>
        <p:spPr>
          <a:xfrm>
            <a:off x="6326034" y="4949095"/>
            <a:ext cx="405671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L1</a:t>
            </a:r>
            <a:endParaRPr lang="vi-VN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058134BC-D31A-DCEB-0DD9-92D69498F2A9}"/>
              </a:ext>
            </a:extLst>
          </p:cNvPr>
          <p:cNvCxnSpPr>
            <a:cxnSpLocks/>
          </p:cNvCxnSpPr>
          <p:nvPr/>
        </p:nvCxnSpPr>
        <p:spPr>
          <a:xfrm flipH="1">
            <a:off x="4139136" y="1631928"/>
            <a:ext cx="1368826" cy="526267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71D5D2DD-7E76-CF96-32A0-87B92E894FB5}"/>
              </a:ext>
            </a:extLst>
          </p:cNvPr>
          <p:cNvSpPr/>
          <p:nvPr/>
        </p:nvSpPr>
        <p:spPr>
          <a:xfrm rot="10800000" flipV="1">
            <a:off x="5445064" y="1588702"/>
            <a:ext cx="85057" cy="850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FA9DBD3-FB4F-B031-72FB-9FF855DB4F39}"/>
              </a:ext>
            </a:extLst>
          </p:cNvPr>
          <p:cNvSpPr txBox="1"/>
          <p:nvPr/>
        </p:nvSpPr>
        <p:spPr>
          <a:xfrm>
            <a:off x="3888612" y="2044946"/>
            <a:ext cx="594857" cy="31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vi-VN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endParaRPr lang="en-SG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092B34E-26B4-4DF5-9EC3-B78DEA80EEE9}"/>
              </a:ext>
            </a:extLst>
          </p:cNvPr>
          <p:cNvSpPr/>
          <p:nvPr/>
        </p:nvSpPr>
        <p:spPr>
          <a:xfrm rot="10800000" flipV="1">
            <a:off x="4100984" y="2106029"/>
            <a:ext cx="85057" cy="850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326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3939</TotalTime>
  <Words>315</Words>
  <Application>Microsoft Office PowerPoint</Application>
  <PresentationFormat>Widescreen</PresentationFormat>
  <Paragraphs>204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Times New Roman</vt:lpstr>
      <vt:lpstr>Office Theme</vt:lpstr>
      <vt:lpstr>De so 21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Tân Dương</dc:creator>
  <cp:lastModifiedBy>Nguyễn Huyền Trang</cp:lastModifiedBy>
  <cp:revision>411</cp:revision>
  <dcterms:created xsi:type="dcterms:W3CDTF">2021-06-23T04:31:15Z</dcterms:created>
  <dcterms:modified xsi:type="dcterms:W3CDTF">2022-05-19T16:36:56Z</dcterms:modified>
</cp:coreProperties>
</file>